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2" r:id="rId1"/>
  </p:sldMasterIdLst>
  <p:notesMasterIdLst>
    <p:notesMasterId r:id="rId5"/>
  </p:notesMasterIdLst>
  <p:handoutMasterIdLst>
    <p:handoutMasterId r:id="rId6"/>
  </p:handoutMasterIdLst>
  <p:sldIdLst>
    <p:sldId id="257" r:id="rId2"/>
    <p:sldId id="267" r:id="rId3"/>
    <p:sldId id="268" r:id="rId4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945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2">
          <p15:clr>
            <a:srgbClr val="A4A3A4"/>
          </p15:clr>
        </p15:guide>
        <p15:guide id="5" orient="horz" pos="1072">
          <p15:clr>
            <a:srgbClr val="A4A3A4"/>
          </p15:clr>
        </p15:guide>
        <p15:guide id="6" pos="3839">
          <p15:clr>
            <a:srgbClr val="A4A3A4"/>
          </p15:clr>
        </p15:guide>
        <p15:guide id="7" pos="704">
          <p15:clr>
            <a:srgbClr val="A4A3A4"/>
          </p15:clr>
        </p15:guide>
        <p15:guide id="8" pos="710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182" autoAdjust="0"/>
  </p:normalViewPr>
  <p:slideViewPr>
    <p:cSldViewPr showGuides="1">
      <p:cViewPr varScale="1">
        <p:scale>
          <a:sx n="82" d="100"/>
          <a:sy n="82" d="100"/>
        </p:scale>
        <p:origin x="720" y="72"/>
      </p:cViewPr>
      <p:guideLst>
        <p:guide orient="horz" pos="2160"/>
        <p:guide orient="horz" pos="945"/>
        <p:guide orient="horz" pos="3888"/>
        <p:guide orient="horz" pos="192"/>
        <p:guide orient="horz" pos="1072"/>
        <p:guide pos="3839"/>
        <p:guide pos="704"/>
        <p:guide pos="7102"/>
      </p:guideLst>
    </p:cSldViewPr>
  </p:slideViewPr>
  <p:outlineViewPr>
    <p:cViewPr>
      <p:scale>
        <a:sx n="33" d="100"/>
        <a:sy n="33" d="100"/>
      </p:scale>
      <p:origin x="0" y="-2886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79" d="100"/>
          <a:sy n="79" d="100"/>
        </p:scale>
        <p:origin x="1644" y="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>
              <a:solidFill>
                <a:schemeClr val="tx2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73C59C-4E16-4A64-A766-34DB213E11B3}" type="datetimeFigureOut">
              <a:rPr lang="en-US">
                <a:solidFill>
                  <a:schemeClr val="tx2"/>
                </a:solidFill>
              </a:rPr>
              <a:t>7/31/2026</a:t>
            </a:fld>
            <a:endParaRPr>
              <a:solidFill>
                <a:schemeClr val="tx2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>
              <a:solidFill>
                <a:schemeClr val="tx2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D77566-CD65-4859-9FA1-43956DC85B8C}" type="slidenum">
              <a:rPr>
                <a:solidFill>
                  <a:schemeClr val="tx2"/>
                </a:solidFill>
              </a:rPr>
              <a:t>‹#›</a:t>
            </a:fld>
            <a:endParaRPr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79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F95CF31C-F757-429C-A789-86504F04C3BE}" type="datetimeFigureOut">
              <a:rPr lang="en-US"/>
              <a:pPr/>
              <a:t>7/31/2026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8796F01-7154-41E0-B48B-A6921757531A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077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2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796F01-7154-41E0-B48B-A6921757531A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705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 bwMode="auto"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12190572" cy="6858000"/>
            <a:chOff x="0" y="0"/>
            <a:chExt cx="12190572" cy="6858000"/>
          </a:xfrm>
        </p:grpSpPr>
        <p:sp>
          <p:nvSpPr>
            <p:cNvPr id="13" name="Rectangle 12"/>
            <p:cNvSpPr/>
            <p:nvPr/>
          </p:nvSpPr>
          <p:spPr>
            <a:xfrm>
              <a:off x="1620" y="0"/>
              <a:ext cx="12188952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58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1899" tIns="60949" rIns="121899" bIns="60949" rtlCol="0" anchor="ctr"/>
            <a:lstStyle/>
            <a:p>
              <a:pPr algn="ctr"/>
              <a:endParaRPr/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0" y="0"/>
              <a:ext cx="4742741" cy="6858000"/>
              <a:chOff x="0" y="0"/>
              <a:chExt cx="4742741" cy="6858000"/>
            </a:xfrm>
          </p:grpSpPr>
          <p:pic>
            <p:nvPicPr>
              <p:cNvPr id="9" name="Picture 8" descr="Stacked books"/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4591594" cy="6858000"/>
              </a:xfrm>
              <a:prstGeom prst="rect">
                <a:avLst/>
              </a:prstGeom>
            </p:spPr>
          </p:pic>
          <p:sp>
            <p:nvSpPr>
              <p:cNvPr id="10" name="Rectangle 9"/>
              <p:cNvSpPr/>
              <p:nvPr/>
            </p:nvSpPr>
            <p:spPr>
              <a:xfrm>
                <a:off x="4605581" y="0"/>
                <a:ext cx="137160" cy="6858000"/>
              </a:xfrm>
              <a:prstGeom prst="rect">
                <a:avLst/>
              </a:pr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79346" y="1498601"/>
            <a:ext cx="7008574" cy="3298825"/>
          </a:xfrm>
        </p:spPr>
        <p:txBody>
          <a:bodyPr>
            <a:normAutofit/>
          </a:bodyPr>
          <a:lstStyle>
            <a:lvl1pPr algn="l">
              <a:lnSpc>
                <a:spcPct val="90000"/>
              </a:lnSpc>
              <a:defRPr sz="5400" b="0" cap="none" spc="0" baseline="0">
                <a:ln w="0"/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79346" y="4927600"/>
            <a:ext cx="7008574" cy="1244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b="0" cap="none" spc="0">
                <a:ln w="0"/>
                <a:solidFill>
                  <a:schemeClr val="accent2">
                    <a:lumMod val="50000"/>
                  </a:schemeClr>
                </a:solidFill>
                <a:effectLst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6A09E-12D5-4B1D-B8BB-C300B1DDD423}" type="datetime1">
              <a:rPr lang="en-US" smtClean="0"/>
              <a:t>7/31/2026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0121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9377B-053C-438C-8A98-92C419A6701C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0BA0E-20D0-4E7C-B286-26C960A678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9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 bwMode="auto"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1620" y="0"/>
            <a:ext cx="12188952" cy="6858000"/>
            <a:chOff x="1620" y="0"/>
            <a:chExt cx="12188952" cy="6858000"/>
          </a:xfrm>
        </p:grpSpPr>
        <p:sp>
          <p:nvSpPr>
            <p:cNvPr id="4" name="Rectangle 3"/>
            <p:cNvSpPr/>
            <p:nvPr/>
          </p:nvSpPr>
          <p:spPr>
            <a:xfrm>
              <a:off x="1620" y="0"/>
              <a:ext cx="12188952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58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1899" tIns="60949" rIns="121899" bIns="60949" rtlCol="0" anchor="ctr"/>
            <a:lstStyle/>
            <a:p>
              <a:pPr algn="ctr"/>
              <a:endParaRPr/>
            </a:p>
          </p:txBody>
        </p:sp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8818" y="0"/>
              <a:ext cx="4591594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7481252" y="0"/>
              <a:ext cx="137160" cy="6858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tx2"/>
                </a:solidFill>
              </a:endParaRPr>
            </a:p>
          </p:txBody>
        </p:sp>
      </p:grpSp>
      <p:pic>
        <p:nvPicPr>
          <p:cNvPr id="5" name="Picture 4" descr="Stacked books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818" y="0"/>
            <a:ext cx="4591594" cy="68580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237149" y="1498601"/>
            <a:ext cx="7008574" cy="3298825"/>
          </a:xfrm>
        </p:spPr>
        <p:txBody>
          <a:bodyPr>
            <a:normAutofit/>
          </a:bodyPr>
          <a:lstStyle>
            <a:lvl1pPr algn="l">
              <a:lnSpc>
                <a:spcPct val="90000"/>
              </a:lnSpc>
              <a:defRPr sz="5400" b="0" cap="none" spc="0" baseline="0">
                <a:ln w="0"/>
                <a:solidFill>
                  <a:schemeClr val="tx2"/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237149" y="4927600"/>
            <a:ext cx="7008574" cy="1244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b="0" cap="none" spc="0">
                <a:ln w="0"/>
                <a:solidFill>
                  <a:schemeClr val="accent2">
                    <a:lumMod val="50000"/>
                  </a:schemeClr>
                </a:solidFill>
                <a:effectLst/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CEF46-0123-4A75-9835-49DC49D53DE2}" type="datetime1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582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1117309" y="1701800"/>
            <a:ext cx="4977104" cy="44704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 marL="2011328">
              <a:defRPr sz="1800"/>
            </a:lvl5pPr>
            <a:lvl6pPr marL="2297078" indent="-285750">
              <a:buFont typeface="Century Gothic" panose="020B0502020202020204" pitchFamily="34" charset="0"/>
              <a:buChar char="–"/>
              <a:defRPr sz="1800"/>
            </a:lvl6pPr>
            <a:lvl7pPr marL="2568575" indent="-285750">
              <a:buFont typeface="Century Gothic" panose="020B0502020202020204" pitchFamily="34" charset="0"/>
              <a:buChar char="–"/>
              <a:defRPr sz="1800"/>
            </a:lvl7pPr>
            <a:lvl8pPr marL="2860675" indent="-285750">
              <a:defRPr sz="1800"/>
            </a:lvl8pPr>
            <a:lvl9pPr marL="3151188" indent="-285750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8"/>
            <a:endParaRPr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297559" y="1701800"/>
            <a:ext cx="4977104" cy="44704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 marL="2011328">
              <a:defRPr sz="1800"/>
            </a:lvl5pPr>
            <a:lvl6pPr marL="2297078" indent="-285750">
              <a:buFont typeface="Century Gothic" panose="020B0502020202020204" pitchFamily="34" charset="0"/>
              <a:buChar char="–"/>
              <a:defRPr sz="1800"/>
            </a:lvl6pPr>
            <a:lvl7pPr marL="2568575" indent="-285750">
              <a:defRPr sz="1800"/>
            </a:lvl7pPr>
            <a:lvl8pPr marL="2860675" indent="-285750">
              <a:defRPr sz="1800"/>
            </a:lvl8pPr>
            <a:lvl9pPr marL="3151188" indent="-285750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6378D-18AE-47D1-B10A-42F623B40082}" type="datetime1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045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1372" y="1608836"/>
            <a:ext cx="4973041" cy="512064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1117309" y="2209800"/>
            <a:ext cx="4977104" cy="3962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 marL="2011328">
              <a:defRPr sz="1800"/>
            </a:lvl5pPr>
            <a:lvl6pPr marL="2297078" indent="-285750">
              <a:buFont typeface="Century Gothic" panose="020B0502020202020204" pitchFamily="34" charset="0"/>
              <a:buChar char="–"/>
              <a:defRPr sz="1800"/>
            </a:lvl6pPr>
            <a:lvl7pPr marL="2568575" indent="-285750">
              <a:defRPr sz="1800"/>
            </a:lvl7pPr>
            <a:lvl8pPr marL="2860675" indent="-285750">
              <a:defRPr sz="1800"/>
            </a:lvl8pPr>
            <a:lvl9pPr marL="3151188" indent="-285750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01622" y="1608836"/>
            <a:ext cx="4973041" cy="512064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97559" y="2209800"/>
            <a:ext cx="4977104" cy="3962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 marL="2011328">
              <a:defRPr sz="1800"/>
            </a:lvl5pPr>
            <a:lvl6pPr marL="2297078" indent="-285750">
              <a:buFont typeface="Century Gothic" panose="020B0502020202020204" pitchFamily="34" charset="0"/>
              <a:buChar char="–"/>
              <a:defRPr sz="1800"/>
            </a:lvl6pPr>
            <a:lvl7pPr marL="2568575" indent="-285750">
              <a:defRPr sz="1800"/>
            </a:lvl7pPr>
            <a:lvl8pPr marL="2860675" indent="-285750">
              <a:defRPr sz="1800"/>
            </a:lvl8pPr>
            <a:lvl9pPr marL="3151188" indent="-285750"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F6AE8-D704-41F6-B16A-5547B5672AC1}" type="datetime1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072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B9538-6F63-4C0B-916D-ED3F4E0A1B28}" type="datetime1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845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F15BF-7116-4A9E-8022-5A2DC937F971}" type="datetime1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7DED6-D4C7-42EE-AB49-D2E39E64FD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7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3961368" y="0"/>
            <a:ext cx="7922736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>
                  <a:alpha val="55000"/>
                </a:schemeClr>
              </a:gs>
            </a:gsLst>
            <a:lin ang="7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5612" y="1701800"/>
            <a:ext cx="3351927" cy="2844800"/>
          </a:xfrm>
        </p:spPr>
        <p:txBody>
          <a:bodyPr anchor="b">
            <a:normAutofit/>
          </a:bodyPr>
          <a:lstStyle>
            <a:lvl1pPr algn="l">
              <a:defRPr sz="2000" b="1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469236" y="482600"/>
            <a:ext cx="6805427" cy="58928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 marL="2418976" indent="-285750">
              <a:buFont typeface="Century Gothic" panose="020B0502020202020204" pitchFamily="34" charset="0"/>
              <a:buChar char="–"/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5612" y="4648200"/>
            <a:ext cx="3351927" cy="17272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8DC91-5A3B-40CE-8C1D-279A8EF6E008}" type="datetime1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BB78A-01B4-41F2-96B0-677A4A28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110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082258" y="0"/>
            <a:ext cx="802431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>
                  <a:alpha val="55000"/>
                </a:schemeClr>
              </a:gs>
            </a:gsLst>
            <a:lin ang="7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1899" tIns="60949" rIns="121899" bIns="60949"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7765" y="4800600"/>
            <a:ext cx="7313295" cy="762000"/>
          </a:xfrm>
        </p:spPr>
        <p:txBody>
          <a:bodyPr anchor="b">
            <a:normAutofit/>
          </a:bodyPr>
          <a:lstStyle>
            <a:lvl1pPr algn="l">
              <a:defRPr sz="2000" b="1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"/>
          <p:cNvSpPr>
            <a:spLocks noGrp="1"/>
          </p:cNvSpPr>
          <p:nvPr>
            <p:ph type="pic" idx="1"/>
          </p:nvPr>
        </p:nvSpPr>
        <p:spPr>
          <a:xfrm>
            <a:off x="2437765" y="279401"/>
            <a:ext cx="7313295" cy="444817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37765" y="5562600"/>
            <a:ext cx="7313295" cy="8128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7C20A-B94A-4E20-B4B2-88A7825AE904}" type="datetime1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FBB78A-01B4-41F2-96B0-677A4A28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72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5pPr>
              <a:defRPr/>
            </a:lvl5pPr>
            <a:lvl6pPr marL="2418976" indent="-285750">
              <a:buFont typeface="Century Gothic" panose="020B0502020202020204" pitchFamily="34" charset="0"/>
              <a:buChar char="–"/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CA53D-4C84-40AA-983E-A1E818A7FEFC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5AD9-787D-40FA-8A4D-16A055B9A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619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52633" y="274638"/>
            <a:ext cx="1422030" cy="589756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1117309" y="274638"/>
            <a:ext cx="8532178" cy="5897561"/>
          </a:xfrm>
        </p:spPr>
        <p:txBody>
          <a:bodyPr vert="eaVert"/>
          <a:lstStyle>
            <a:lvl5pPr>
              <a:defRPr/>
            </a:lvl5pPr>
            <a:lvl6pPr marL="2418976" indent="-285750">
              <a:buFont typeface="Century Gothic" panose="020B0502020202020204" pitchFamily="34" charset="0"/>
              <a:buChar char="–"/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E2FCEE-AE66-4EAB-9C04-97F8A56A6354}" type="datetime1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C5AD9-787D-40FA-8A4D-16A055B9A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691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620" y="0"/>
            <a:ext cx="12188952" cy="6858000"/>
            <a:chOff x="1620" y="0"/>
            <a:chExt cx="12188952" cy="6858000"/>
          </a:xfrm>
        </p:grpSpPr>
        <p:sp>
          <p:nvSpPr>
            <p:cNvPr id="10" name="Rectangle 9"/>
            <p:cNvSpPr/>
            <p:nvPr/>
          </p:nvSpPr>
          <p:spPr>
            <a:xfrm>
              <a:off x="1620" y="0"/>
              <a:ext cx="12188952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50000"/>
                  </a:schemeClr>
                </a:gs>
                <a:gs pos="5800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50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1899" tIns="60949" rIns="121899" bIns="60949" rtlCol="0" anchor="ctr"/>
            <a:lstStyle/>
            <a:p>
              <a:pPr algn="ctr"/>
              <a:endParaRPr/>
            </a:p>
          </p:txBody>
        </p:sp>
        <p:sp>
          <p:nvSpPr>
            <p:cNvPr id="8" name="Rectangle 7"/>
            <p:cNvSpPr/>
            <p:nvPr/>
          </p:nvSpPr>
          <p:spPr>
            <a:xfrm>
              <a:off x="304721" y="0"/>
              <a:ext cx="11579384" cy="6858000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21899" tIns="60949" rIns="121899" bIns="60949"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17309" y="76200"/>
            <a:ext cx="10157354" cy="1397000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7309" y="1701800"/>
            <a:ext cx="10157354" cy="4470400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17309" y="6400801"/>
            <a:ext cx="2742486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l">
              <a:defRPr sz="12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fld id="{859468AF-EFCF-4AAD-ACF4-3BA83EC4AF4E}" type="datetime1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07842" y="6400801"/>
            <a:ext cx="6216301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ctr">
              <a:defRPr sz="12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US"/>
              <a:t>Add a footer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7146" y="6400801"/>
            <a:ext cx="1107518" cy="320675"/>
          </a:xfrm>
          <a:prstGeom prst="rect">
            <a:avLst/>
          </a:prstGeom>
        </p:spPr>
        <p:txBody>
          <a:bodyPr vert="horz" lIns="121899" tIns="60949" rIns="121899" bIns="60949" rtlCol="0" anchor="b"/>
          <a:lstStyle>
            <a:lvl1pPr algn="r">
              <a:defRPr sz="12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fld id="{EB37DED6-D4C7-42EE-AB49-D2E39E64FDE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1877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1218987" rtl="0" eaLnBrk="1" latinLnBrk="0" hangingPunct="1">
        <a:lnSpc>
          <a:spcPct val="85000"/>
        </a:lnSpc>
        <a:spcBef>
          <a:spcPct val="0"/>
        </a:spcBef>
        <a:buNone/>
        <a:tabLst/>
        <a:defRPr sz="4400" b="0" kern="1200" cap="none" baseline="0">
          <a:solidFill>
            <a:schemeClr val="accent2">
              <a:lumMod val="50000"/>
            </a:schemeClr>
          </a:solidFill>
          <a:effectLst/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5000"/>
        </a:lnSpc>
        <a:spcBef>
          <a:spcPts val="1866"/>
        </a:spcBef>
        <a:buClr>
          <a:schemeClr val="accent6">
            <a:lumMod val="50000"/>
          </a:schemeClr>
        </a:buClr>
        <a:buSzPct val="10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31392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58037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584683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11328" indent="-304747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100000"/>
        <a:buFont typeface="Century Gothic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133226" indent="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None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6pPr>
      <a:lvl7pPr marL="2845622" indent="-28575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Char char="–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7pPr>
      <a:lvl8pPr marL="3272267" indent="-28575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Char char="–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8pPr>
      <a:lvl9pPr marL="3759862" indent="-285750" algn="l" defTabSz="1218987" rtl="0" eaLnBrk="1" latinLnBrk="0" hangingPunct="1">
        <a:lnSpc>
          <a:spcPct val="95000"/>
        </a:lnSpc>
        <a:spcBef>
          <a:spcPts val="1066"/>
        </a:spcBef>
        <a:buClr>
          <a:schemeClr val="accent6">
            <a:lumMod val="50000"/>
          </a:schemeClr>
        </a:buClr>
        <a:buSzPct val="90000"/>
        <a:buFont typeface="Century Gothic" panose="020B0502020202020204" pitchFamily="34" charset="0"/>
        <a:buChar char="–"/>
        <a:defRPr sz="18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Agile Planning &amp; Estimation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4879346" y="4941168"/>
            <a:ext cx="7008574" cy="1244600"/>
          </a:xfrm>
        </p:spPr>
        <p:txBody>
          <a:bodyPr/>
          <a:lstStyle/>
          <a:p>
            <a:r>
              <a:rPr lang="en-US" dirty="0"/>
              <a:t>Aruna Kumbhar</a:t>
            </a:r>
          </a:p>
        </p:txBody>
      </p:sp>
    </p:spTree>
    <p:extLst>
      <p:ext uri="{BB962C8B-B14F-4D97-AF65-F5344CB8AC3E}">
        <p14:creationId xmlns:p14="http://schemas.microsoft.com/office/powerpoint/2010/main" val="168988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A3744-82BD-18CD-BD9F-BA4F2D791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309" y="76200"/>
            <a:ext cx="10157354" cy="904528"/>
          </a:xfrm>
        </p:spPr>
        <p:txBody>
          <a:bodyPr/>
          <a:lstStyle/>
          <a:p>
            <a:r>
              <a:rPr lang="en-IN" dirty="0"/>
              <a:t>Revise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61C79-8EB4-E7B5-84F2-09F2C4AB6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9836" y="1193800"/>
            <a:ext cx="10157354" cy="4470400"/>
          </a:xfrm>
        </p:spPr>
        <p:txBody>
          <a:bodyPr>
            <a:normAutofit/>
          </a:bodyPr>
          <a:lstStyle/>
          <a:p>
            <a:r>
              <a:rPr lang="en-IN" dirty="0"/>
              <a:t>Advanced Agile Estimation</a:t>
            </a:r>
          </a:p>
          <a:p>
            <a:r>
              <a:rPr lang="en-IN" dirty="0"/>
              <a:t>Agile Metrics</a:t>
            </a:r>
          </a:p>
          <a:p>
            <a:r>
              <a:rPr lang="en-IN" dirty="0"/>
              <a:t>Agile Quality Assurance</a:t>
            </a:r>
          </a:p>
          <a:p>
            <a:r>
              <a:rPr lang="en-IN" dirty="0"/>
              <a:t>Software Testing – Functional Testing, UI Testing, Performance Testing, Security Testing</a:t>
            </a:r>
          </a:p>
        </p:txBody>
      </p:sp>
    </p:spTree>
    <p:extLst>
      <p:ext uri="{BB962C8B-B14F-4D97-AF65-F5344CB8AC3E}">
        <p14:creationId xmlns:p14="http://schemas.microsoft.com/office/powerpoint/2010/main" val="3102947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gile Testing Best Practices | SmartBear Learn">
            <a:extLst>
              <a:ext uri="{FF2B5EF4-FFF2-40B4-BE49-F238E27FC236}">
                <a16:creationId xmlns:a16="http://schemas.microsoft.com/office/drawing/2014/main" id="{9945AACC-7A01-FAF9-0482-1A18A87BB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9530" y="332656"/>
            <a:ext cx="8583353" cy="6130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lass open house presentatio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80000" r="-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30000" t="30000" r="70000" b="100000"/>
          </a:path>
        </a:gradFill>
      </a:bgFillStyleLst>
    </a:fmtScheme>
  </a:themeElements>
  <a:objectDefaults>
    <a:spDef>
      <a:spPr>
        <a:ln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lnSpc>
            <a:spcPct val="95000"/>
          </a:lnSpc>
          <a:defRPr/>
        </a:defPPr>
      </a:lstStyle>
    </a:txDef>
  </a:objectDefaults>
  <a:extraClrSchemeLst/>
  <a:extLst>
    <a:ext uri="{05A4C25C-085E-4340-85A3-A5531E510DB2}">
      <thm15:themeFamily xmlns:thm15="http://schemas.microsoft.com/office/thememl/2012/main" name="Classroom open house presentation.potx" id="{AB7D8AB0-4323-4322-AB21-8CB398DB9E96}" vid="{5BFEA1FF-C39F-48A2-B239-4B55565FC3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Classroom open house presentation</Template>
  <TotalTime>2055</TotalTime>
  <Words>30</Words>
  <Application>Microsoft Office PowerPoint</Application>
  <PresentationFormat>Custom</PresentationFormat>
  <Paragraphs>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Century Gothic</vt:lpstr>
      <vt:lpstr>Class open house presentation</vt:lpstr>
      <vt:lpstr>Agile Planning &amp; Estimation</vt:lpstr>
      <vt:lpstr>Revise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Aruna Inamdar</dc:creator>
  <cp:lastModifiedBy>Aruna Inamdar</cp:lastModifiedBy>
  <cp:revision>308</cp:revision>
  <dcterms:created xsi:type="dcterms:W3CDTF">2026-07-15T13:08:00Z</dcterms:created>
  <dcterms:modified xsi:type="dcterms:W3CDTF">2026-07-31T16:32:16Z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Order">
    <vt:r8>74062800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</Properties>
</file>