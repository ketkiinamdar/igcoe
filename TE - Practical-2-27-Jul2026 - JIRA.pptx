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7/26/2026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7/26/2026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7/26/2026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7/26/2026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Practical – 2</a:t>
            </a:r>
            <a:br>
              <a:rPr lang="en-IN" dirty="0"/>
            </a:br>
            <a:br>
              <a:rPr lang="en-IN" dirty="0"/>
            </a:br>
            <a:r>
              <a:rPr lang="en-IN" dirty="0"/>
              <a:t>JIRA Fundamentals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9346" y="4941168"/>
            <a:ext cx="7008574" cy="1244600"/>
          </a:xfrm>
        </p:spPr>
        <p:txBody>
          <a:bodyPr/>
          <a:lstStyle/>
          <a:p>
            <a:r>
              <a:rPr lang="en-US" dirty="0"/>
              <a:t>Aruna Kumbhar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D992F1-F79B-CE53-126B-EADA353E4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68" y="188640"/>
            <a:ext cx="11465888" cy="64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1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954</TotalTime>
  <Words>10</Words>
  <Application>Microsoft Office PowerPoint</Application>
  <PresentationFormat>Custom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Century Gothic</vt:lpstr>
      <vt:lpstr>Class open house presentation</vt:lpstr>
      <vt:lpstr>Practical – 2  JIRA Fundamentals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Inamdar</dc:creator>
  <cp:lastModifiedBy>Aruna Inamdar</cp:lastModifiedBy>
  <cp:revision>90</cp:revision>
  <dcterms:created xsi:type="dcterms:W3CDTF">2026-07-15T13:08:00Z</dcterms:created>
  <dcterms:modified xsi:type="dcterms:W3CDTF">2026-07-26T09:57:29Z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