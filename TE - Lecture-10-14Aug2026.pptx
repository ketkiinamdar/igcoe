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2" r:id="rId1"/>
  </p:sldMasterIdLst>
  <p:notesMasterIdLst>
    <p:notesMasterId r:id="rId28"/>
  </p:notesMasterIdLst>
  <p:handoutMasterIdLst>
    <p:handoutMasterId r:id="rId29"/>
  </p:handoutMasterIdLst>
  <p:sldIdLst>
    <p:sldId id="257" r:id="rId2"/>
    <p:sldId id="267" r:id="rId3"/>
    <p:sldId id="268" r:id="rId4"/>
    <p:sldId id="272" r:id="rId5"/>
    <p:sldId id="271" r:id="rId6"/>
    <p:sldId id="273" r:id="rId7"/>
    <p:sldId id="274" r:id="rId8"/>
    <p:sldId id="275" r:id="rId9"/>
    <p:sldId id="276" r:id="rId10"/>
    <p:sldId id="277" r:id="rId11"/>
    <p:sldId id="279" r:id="rId12"/>
    <p:sldId id="278" r:id="rId13"/>
    <p:sldId id="269" r:id="rId14"/>
    <p:sldId id="270" r:id="rId15"/>
    <p:sldId id="280" r:id="rId16"/>
    <p:sldId id="281" r:id="rId17"/>
    <p:sldId id="282" r:id="rId18"/>
    <p:sldId id="283" r:id="rId19"/>
    <p:sldId id="284" r:id="rId20"/>
    <p:sldId id="285" r:id="rId21"/>
    <p:sldId id="286" r:id="rId22"/>
    <p:sldId id="287" r:id="rId23"/>
    <p:sldId id="288" r:id="rId24"/>
    <p:sldId id="289" r:id="rId25"/>
    <p:sldId id="290" r:id="rId26"/>
    <p:sldId id="291" r:id="rId27"/>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945">
          <p15:clr>
            <a:srgbClr val="A4A3A4"/>
          </p15:clr>
        </p15:guide>
        <p15:guide id="3" orient="horz" pos="3888">
          <p15:clr>
            <a:srgbClr val="A4A3A4"/>
          </p15:clr>
        </p15:guide>
        <p15:guide id="4" orient="horz" pos="192">
          <p15:clr>
            <a:srgbClr val="A4A3A4"/>
          </p15:clr>
        </p15:guide>
        <p15:guide id="5" orient="horz" pos="1072">
          <p15:clr>
            <a:srgbClr val="A4A3A4"/>
          </p15:clr>
        </p15:guide>
        <p15:guide id="6" pos="3839">
          <p15:clr>
            <a:srgbClr val="A4A3A4"/>
          </p15:clr>
        </p15:guide>
        <p15:guide id="7" pos="704">
          <p15:clr>
            <a:srgbClr val="A4A3A4"/>
          </p15:clr>
        </p15:guide>
        <p15:guide id="8" pos="7102">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DBED569-4797-4DF1-A0F4-6AAB3CD982D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6182" autoAdjust="0"/>
  </p:normalViewPr>
  <p:slideViewPr>
    <p:cSldViewPr showGuides="1">
      <p:cViewPr varScale="1">
        <p:scale>
          <a:sx n="82" d="100"/>
          <a:sy n="82" d="100"/>
        </p:scale>
        <p:origin x="720" y="77"/>
      </p:cViewPr>
      <p:guideLst>
        <p:guide orient="horz" pos="2160"/>
        <p:guide orient="horz" pos="945"/>
        <p:guide orient="horz" pos="3888"/>
        <p:guide orient="horz" pos="192"/>
        <p:guide orient="horz" pos="1072"/>
        <p:guide pos="3839"/>
        <p:guide pos="704"/>
        <p:guide pos="7102"/>
      </p:guideLst>
    </p:cSldViewPr>
  </p:slideViewPr>
  <p:outlineViewPr>
    <p:cViewPr>
      <p:scale>
        <a:sx n="33" d="100"/>
        <a:sy n="33" d="100"/>
      </p:scale>
      <p:origin x="0" y="-2886"/>
    </p:cViewPr>
  </p:outlineViewPr>
  <p:notesTextViewPr>
    <p:cViewPr>
      <p:scale>
        <a:sx n="3" d="2"/>
        <a:sy n="3" d="2"/>
      </p:scale>
      <p:origin x="0" y="0"/>
    </p:cViewPr>
  </p:notesTextViewPr>
  <p:notesViewPr>
    <p:cSldViewPr>
      <p:cViewPr varScale="1">
        <p:scale>
          <a:sx n="79" d="100"/>
          <a:sy n="79" d="100"/>
        </p:scale>
        <p:origin x="1644"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solidFill>
                <a:schemeClr val="tx2"/>
              </a:solidFill>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973C59C-4E16-4A64-A766-34DB213E11B3}" type="datetimeFigureOut">
              <a:rPr lang="en-US">
                <a:solidFill>
                  <a:schemeClr val="tx2"/>
                </a:solidFill>
              </a:rPr>
              <a:t>8/13/2026</a:t>
            </a:fld>
            <a:endParaRPr>
              <a:solidFill>
                <a:schemeClr val="tx2"/>
              </a:solidFill>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solidFill>
                <a:schemeClr val="tx2"/>
              </a:solidFill>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FD77566-CD65-4859-9FA1-43956DC85B8C}" type="slidenum">
              <a:rPr>
                <a:solidFill>
                  <a:schemeClr val="tx2"/>
                </a:solidFill>
              </a:rPr>
              <a:t>‹#›</a:t>
            </a:fld>
            <a:endParaRPr>
              <a:solidFill>
                <a:schemeClr val="tx2"/>
              </a:solidFill>
            </a:endParaRPr>
          </a:p>
        </p:txBody>
      </p:sp>
    </p:spTree>
    <p:extLst>
      <p:ext uri="{BB962C8B-B14F-4D97-AF65-F5344CB8AC3E}">
        <p14:creationId xmlns:p14="http://schemas.microsoft.com/office/powerpoint/2010/main" val="27087983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solidFill>
                  <a:schemeClr val="tx2"/>
                </a:solidFill>
              </a:defRPr>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solidFill>
                  <a:schemeClr val="tx2"/>
                </a:solidFill>
              </a:defRPr>
            </a:lvl1pPr>
          </a:lstStyle>
          <a:p>
            <a:fld id="{F95CF31C-F757-429C-A789-86504F04C3BE}" type="datetimeFigureOut">
              <a:rPr lang="en-US"/>
              <a:pPr/>
              <a:t>8/13/2026</a:t>
            </a:fld>
            <a:endParaRPr/>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solidFill>
                  <a:schemeClr val="tx2"/>
                </a:solidFill>
              </a:defRPr>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solidFill>
                  <a:schemeClr val="tx2"/>
                </a:solidFill>
              </a:defRPr>
            </a:lvl1pPr>
          </a:lstStyle>
          <a:p>
            <a:fld id="{B8796F01-7154-41E0-B48B-A6921757531A}" type="slidenum">
              <a:rPr/>
              <a:pPr/>
              <a:t>‹#›</a:t>
            </a:fld>
            <a:endParaRPr/>
          </a:p>
        </p:txBody>
      </p:sp>
    </p:spTree>
    <p:extLst>
      <p:ext uri="{BB962C8B-B14F-4D97-AF65-F5344CB8AC3E}">
        <p14:creationId xmlns:p14="http://schemas.microsoft.com/office/powerpoint/2010/main" val="44077566"/>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2"/>
        </a:solidFill>
        <a:latin typeface="+mn-lt"/>
        <a:ea typeface="+mn-ea"/>
        <a:cs typeface="+mn-cs"/>
      </a:defRPr>
    </a:lvl1pPr>
    <a:lvl2pPr marL="609493" algn="l" defTabSz="1218987" rtl="0" eaLnBrk="1" latinLnBrk="0" hangingPunct="1">
      <a:defRPr sz="1600" kern="1200">
        <a:solidFill>
          <a:schemeClr val="tx2"/>
        </a:solidFill>
        <a:latin typeface="+mn-lt"/>
        <a:ea typeface="+mn-ea"/>
        <a:cs typeface="+mn-cs"/>
      </a:defRPr>
    </a:lvl2pPr>
    <a:lvl3pPr marL="1218987" algn="l" defTabSz="1218987" rtl="0" eaLnBrk="1" latinLnBrk="0" hangingPunct="1">
      <a:defRPr sz="1600" kern="1200">
        <a:solidFill>
          <a:schemeClr val="tx2"/>
        </a:solidFill>
        <a:latin typeface="+mn-lt"/>
        <a:ea typeface="+mn-ea"/>
        <a:cs typeface="+mn-cs"/>
      </a:defRPr>
    </a:lvl3pPr>
    <a:lvl4pPr marL="1828480" algn="l" defTabSz="1218987" rtl="0" eaLnBrk="1" latinLnBrk="0" hangingPunct="1">
      <a:defRPr sz="1600" kern="1200">
        <a:solidFill>
          <a:schemeClr val="tx2"/>
        </a:solidFill>
        <a:latin typeface="+mn-lt"/>
        <a:ea typeface="+mn-ea"/>
        <a:cs typeface="+mn-cs"/>
      </a:defRPr>
    </a:lvl4pPr>
    <a:lvl5pPr marL="2437973" algn="l" defTabSz="1218987" rtl="0" eaLnBrk="1" latinLnBrk="0" hangingPunct="1">
      <a:defRPr sz="1600" kern="1200">
        <a:solidFill>
          <a:schemeClr val="tx2"/>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8796F01-7154-41E0-B48B-A6921757531A}" type="slidenum">
              <a:rPr lang="en-US" smtClean="0"/>
              <a:pPr/>
              <a:t>1</a:t>
            </a:fld>
            <a:endParaRPr lang="en-US"/>
          </a:p>
        </p:txBody>
      </p:sp>
    </p:spTree>
    <p:extLst>
      <p:ext uri="{BB962C8B-B14F-4D97-AF65-F5344CB8AC3E}">
        <p14:creationId xmlns:p14="http://schemas.microsoft.com/office/powerpoint/2010/main" val="160770578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bwMode="auto">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4" name="Group 13"/>
          <p:cNvGrpSpPr/>
          <p:nvPr/>
        </p:nvGrpSpPr>
        <p:grpSpPr>
          <a:xfrm>
            <a:off x="0" y="0"/>
            <a:ext cx="12190572" cy="6858000"/>
            <a:chOff x="0" y="0"/>
            <a:chExt cx="12190572" cy="6858000"/>
          </a:xfrm>
        </p:grpSpPr>
        <p:sp>
          <p:nvSpPr>
            <p:cNvPr id="13" name="Rectangle 12"/>
            <p:cNvSpPr/>
            <p:nvPr/>
          </p:nvSpPr>
          <p:spPr>
            <a:xfrm>
              <a:off x="1620" y="0"/>
              <a:ext cx="12188952" cy="6858000"/>
            </a:xfrm>
            <a:prstGeom prst="rect">
              <a:avLst/>
            </a:prstGeom>
            <a:gradFill flip="none" rotWithShape="1">
              <a:gsLst>
                <a:gs pos="0">
                  <a:schemeClr val="accent1">
                    <a:lumMod val="50000"/>
                  </a:schemeClr>
                </a:gs>
                <a:gs pos="58000">
                  <a:schemeClr val="accent1">
                    <a:lumMod val="40000"/>
                    <a:lumOff val="60000"/>
                  </a:schemeClr>
                </a:gs>
                <a:gs pos="100000">
                  <a:schemeClr val="accent1">
                    <a:lumMod val="5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grpSp>
          <p:nvGrpSpPr>
            <p:cNvPr id="12" name="Group 11"/>
            <p:cNvGrpSpPr/>
            <p:nvPr/>
          </p:nvGrpSpPr>
          <p:grpSpPr>
            <a:xfrm>
              <a:off x="0" y="0"/>
              <a:ext cx="4742741" cy="6858000"/>
              <a:chOff x="0" y="0"/>
              <a:chExt cx="4742741" cy="6858000"/>
            </a:xfrm>
          </p:grpSpPr>
          <p:pic>
            <p:nvPicPr>
              <p:cNvPr id="9" name="Picture 8" descr="Stacked book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591594" cy="6858000"/>
              </a:xfrm>
              <a:prstGeom prst="rect">
                <a:avLst/>
              </a:prstGeom>
            </p:spPr>
          </p:pic>
          <p:sp>
            <p:nvSpPr>
              <p:cNvPr id="10" name="Rectangle 9"/>
              <p:cNvSpPr/>
              <p:nvPr/>
            </p:nvSpPr>
            <p:spPr>
              <a:xfrm>
                <a:off x="4605581" y="0"/>
                <a:ext cx="13716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 name="Title 1"/>
          <p:cNvSpPr>
            <a:spLocks noGrp="1"/>
          </p:cNvSpPr>
          <p:nvPr>
            <p:ph type="ctrTitle"/>
          </p:nvPr>
        </p:nvSpPr>
        <p:spPr>
          <a:xfrm>
            <a:off x="4879346" y="1498601"/>
            <a:ext cx="7008574" cy="3298825"/>
          </a:xfrm>
        </p:spPr>
        <p:txBody>
          <a:bodyPr>
            <a:normAutofit/>
          </a:bodyPr>
          <a:lstStyle>
            <a:lvl1pPr algn="l">
              <a:lnSpc>
                <a:spcPct val="90000"/>
              </a:lnSpc>
              <a:defRPr sz="5400" b="0" cap="none" spc="0" baseline="0">
                <a:ln w="0"/>
                <a:solidFill>
                  <a:schemeClr val="tx2"/>
                </a:solidFill>
                <a:effectLst/>
              </a:defRPr>
            </a:lvl1pPr>
          </a:lstStyle>
          <a:p>
            <a:r>
              <a:rPr lang="en-US"/>
              <a:t>Click to edit Master title style</a:t>
            </a:r>
            <a:endParaRPr dirty="0"/>
          </a:p>
        </p:txBody>
      </p:sp>
      <p:sp>
        <p:nvSpPr>
          <p:cNvPr id="3" name="Subtitle 2"/>
          <p:cNvSpPr>
            <a:spLocks noGrp="1"/>
          </p:cNvSpPr>
          <p:nvPr>
            <p:ph type="subTitle" idx="1"/>
          </p:nvPr>
        </p:nvSpPr>
        <p:spPr>
          <a:xfrm>
            <a:off x="4879346" y="4927600"/>
            <a:ext cx="7008574" cy="1244600"/>
          </a:xfrm>
        </p:spPr>
        <p:txBody>
          <a:bodyPr>
            <a:normAutofit/>
          </a:bodyPr>
          <a:lstStyle>
            <a:lvl1pPr marL="0" indent="0" algn="l">
              <a:spcBef>
                <a:spcPts val="0"/>
              </a:spcBef>
              <a:buNone/>
              <a:defRPr sz="2800" b="0" cap="none" spc="0">
                <a:ln w="0"/>
                <a:solidFill>
                  <a:schemeClr val="accent2">
                    <a:lumMod val="50000"/>
                  </a:schemeClr>
                </a:solidFill>
                <a:effectLst/>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endParaRPr dirty="0"/>
          </a:p>
        </p:txBody>
      </p:sp>
      <p:sp>
        <p:nvSpPr>
          <p:cNvPr id="5" name="Date Placeholder 4"/>
          <p:cNvSpPr>
            <a:spLocks noGrp="1"/>
          </p:cNvSpPr>
          <p:nvPr>
            <p:ph type="dt" sz="half" idx="10"/>
          </p:nvPr>
        </p:nvSpPr>
        <p:spPr/>
        <p:txBody>
          <a:bodyPr/>
          <a:lstStyle/>
          <a:p>
            <a:fld id="{5706A09E-12D5-4B1D-B8BB-C300B1DDD423}" type="datetime1">
              <a:rPr lang="en-US" smtClean="0"/>
              <a:t>8/13/2026</a:t>
            </a:fld>
            <a:endParaRPr lang="en-US"/>
          </a:p>
        </p:txBody>
      </p:sp>
      <p:sp>
        <p:nvSpPr>
          <p:cNvPr id="7" name="Footer Placeholder 6"/>
          <p:cNvSpPr>
            <a:spLocks noGrp="1"/>
          </p:cNvSpPr>
          <p:nvPr>
            <p:ph type="ftr" sz="quarter" idx="11"/>
          </p:nvPr>
        </p:nvSpPr>
        <p:spPr/>
        <p:txBody>
          <a:bodyPr/>
          <a:lstStyle/>
          <a:p>
            <a:r>
              <a:rPr lang="en-US" dirty="0"/>
              <a:t>Add a footer</a:t>
            </a:r>
          </a:p>
        </p:txBody>
      </p:sp>
      <p:sp>
        <p:nvSpPr>
          <p:cNvPr id="11" name="Slide Number Placeholder 10"/>
          <p:cNvSpPr>
            <a:spLocks noGrp="1"/>
          </p:cNvSpPr>
          <p:nvPr>
            <p:ph type="sldNum" sz="quarter" idx="12"/>
          </p:nvPr>
        </p:nvSpPr>
        <p:spPr/>
        <p:txBody>
          <a:bodyPr/>
          <a:lstStyle/>
          <a:p>
            <a:fld id="{EB37DED6-D4C7-42EE-AB49-D2E39E64FDE4}" type="slidenum">
              <a:rPr lang="en-US" smtClean="0"/>
              <a:pPr/>
              <a:t>‹#›</a:t>
            </a:fld>
            <a:endParaRPr lang="en-US"/>
          </a:p>
        </p:txBody>
      </p:sp>
    </p:spTree>
    <p:extLst>
      <p:ext uri="{BB962C8B-B14F-4D97-AF65-F5344CB8AC3E}">
        <p14:creationId xmlns:p14="http://schemas.microsoft.com/office/powerpoint/2010/main" val="332201210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baseline="0"/>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15A9377B-053C-438C-8A98-92C419A6701C}" type="datetime1">
              <a:rPr lang="en-US" smtClean="0"/>
              <a:t>8/13/2026</a:t>
            </a:fld>
            <a:endParaRPr lang="en-US"/>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DA60BA0E-20D0-4E7C-B286-26C960A6788F}" type="slidenum">
              <a:rPr lang="en-US" smtClean="0"/>
              <a:t>‹#›</a:t>
            </a:fld>
            <a:endParaRPr lang="en-US"/>
          </a:p>
        </p:txBody>
      </p:sp>
    </p:spTree>
    <p:extLst>
      <p:ext uri="{BB962C8B-B14F-4D97-AF65-F5344CB8AC3E}">
        <p14:creationId xmlns:p14="http://schemas.microsoft.com/office/powerpoint/2010/main" val="2865359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ection Header">
    <p:bg bwMode="auto">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2" name="Group 11"/>
          <p:cNvGrpSpPr/>
          <p:nvPr/>
        </p:nvGrpSpPr>
        <p:grpSpPr>
          <a:xfrm>
            <a:off x="1620" y="0"/>
            <a:ext cx="12188952" cy="6858000"/>
            <a:chOff x="1620" y="0"/>
            <a:chExt cx="12188952" cy="6858000"/>
          </a:xfrm>
        </p:grpSpPr>
        <p:sp>
          <p:nvSpPr>
            <p:cNvPr id="4" name="Rectangle 3"/>
            <p:cNvSpPr/>
            <p:nvPr/>
          </p:nvSpPr>
          <p:spPr>
            <a:xfrm>
              <a:off x="1620" y="0"/>
              <a:ext cx="12188952" cy="6858000"/>
            </a:xfrm>
            <a:prstGeom prst="rect">
              <a:avLst/>
            </a:prstGeom>
            <a:gradFill flip="none" rotWithShape="1">
              <a:gsLst>
                <a:gs pos="0">
                  <a:schemeClr val="accent1">
                    <a:lumMod val="50000"/>
                  </a:schemeClr>
                </a:gs>
                <a:gs pos="58000">
                  <a:schemeClr val="accent1">
                    <a:lumMod val="40000"/>
                    <a:lumOff val="60000"/>
                  </a:schemeClr>
                </a:gs>
                <a:gs pos="100000">
                  <a:schemeClr val="accent1">
                    <a:lumMod val="5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98818" y="0"/>
              <a:ext cx="4591594" cy="6858000"/>
            </a:xfrm>
            <a:prstGeom prst="rect">
              <a:avLst/>
            </a:prstGeom>
          </p:spPr>
        </p:pic>
        <p:sp>
          <p:nvSpPr>
            <p:cNvPr id="11" name="Rectangle 10"/>
            <p:cNvSpPr/>
            <p:nvPr/>
          </p:nvSpPr>
          <p:spPr>
            <a:xfrm>
              <a:off x="7481252" y="0"/>
              <a:ext cx="13716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a:solidFill>
                  <a:schemeClr val="tx2"/>
                </a:solidFill>
              </a:endParaRPr>
            </a:p>
          </p:txBody>
        </p:sp>
      </p:grpSp>
      <p:pic>
        <p:nvPicPr>
          <p:cNvPr id="5" name="Picture 4" descr="Stacked book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98818" y="0"/>
            <a:ext cx="4591594" cy="6858000"/>
          </a:xfrm>
          <a:prstGeom prst="rect">
            <a:avLst/>
          </a:prstGeom>
        </p:spPr>
      </p:pic>
      <p:sp>
        <p:nvSpPr>
          <p:cNvPr id="7" name="Title 1"/>
          <p:cNvSpPr>
            <a:spLocks noGrp="1"/>
          </p:cNvSpPr>
          <p:nvPr>
            <p:ph type="ctrTitle"/>
          </p:nvPr>
        </p:nvSpPr>
        <p:spPr>
          <a:xfrm>
            <a:off x="237149" y="1498601"/>
            <a:ext cx="7008574" cy="3298825"/>
          </a:xfrm>
        </p:spPr>
        <p:txBody>
          <a:bodyPr>
            <a:normAutofit/>
          </a:bodyPr>
          <a:lstStyle>
            <a:lvl1pPr algn="l">
              <a:lnSpc>
                <a:spcPct val="90000"/>
              </a:lnSpc>
              <a:defRPr sz="5400" b="0" cap="none" spc="0" baseline="0">
                <a:ln w="0"/>
                <a:solidFill>
                  <a:schemeClr val="tx2"/>
                </a:solidFill>
                <a:effectLst/>
              </a:defRPr>
            </a:lvl1pPr>
          </a:lstStyle>
          <a:p>
            <a:r>
              <a:rPr lang="en-US"/>
              <a:t>Click to edit Master title style</a:t>
            </a:r>
            <a:endParaRPr dirty="0"/>
          </a:p>
        </p:txBody>
      </p:sp>
      <p:sp>
        <p:nvSpPr>
          <p:cNvPr id="8" name="Subtitle 2"/>
          <p:cNvSpPr>
            <a:spLocks noGrp="1"/>
          </p:cNvSpPr>
          <p:nvPr>
            <p:ph type="subTitle" idx="1"/>
          </p:nvPr>
        </p:nvSpPr>
        <p:spPr>
          <a:xfrm>
            <a:off x="237149" y="4927600"/>
            <a:ext cx="7008574" cy="1244600"/>
          </a:xfrm>
        </p:spPr>
        <p:txBody>
          <a:bodyPr>
            <a:normAutofit/>
          </a:bodyPr>
          <a:lstStyle>
            <a:lvl1pPr marL="0" indent="0" algn="l">
              <a:spcBef>
                <a:spcPts val="0"/>
              </a:spcBef>
              <a:buNone/>
              <a:defRPr sz="2800" b="0" cap="none" spc="0">
                <a:ln w="0"/>
                <a:solidFill>
                  <a:schemeClr val="accent2">
                    <a:lumMod val="50000"/>
                  </a:schemeClr>
                </a:solidFill>
                <a:effectLst/>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endParaRPr dirty="0"/>
          </a:p>
        </p:txBody>
      </p:sp>
      <p:sp>
        <p:nvSpPr>
          <p:cNvPr id="2" name="Date Placeholder 1"/>
          <p:cNvSpPr>
            <a:spLocks noGrp="1"/>
          </p:cNvSpPr>
          <p:nvPr>
            <p:ph type="dt" sz="half" idx="10"/>
          </p:nvPr>
        </p:nvSpPr>
        <p:spPr/>
        <p:txBody>
          <a:bodyPr/>
          <a:lstStyle/>
          <a:p>
            <a:fld id="{B07CEF46-0123-4A75-9835-49DC49D53DE2}" type="datetime1">
              <a:rPr lang="en-US" smtClean="0"/>
              <a:t>8/13/2026</a:t>
            </a:fld>
            <a:endParaRPr lang="en-US"/>
          </a:p>
        </p:txBody>
      </p:sp>
      <p:sp>
        <p:nvSpPr>
          <p:cNvPr id="3" name="Footer Placeholder 2"/>
          <p:cNvSpPr>
            <a:spLocks noGrp="1"/>
          </p:cNvSpPr>
          <p:nvPr>
            <p:ph type="ftr" sz="quarter" idx="11"/>
          </p:nvPr>
        </p:nvSpPr>
        <p:spPr/>
        <p:txBody>
          <a:bodyPr/>
          <a:lstStyle/>
          <a:p>
            <a:r>
              <a:rPr lang="en-US" dirty="0"/>
              <a:t>Add a footer</a:t>
            </a:r>
          </a:p>
        </p:txBody>
      </p:sp>
      <p:sp>
        <p:nvSpPr>
          <p:cNvPr id="9" name="Slide Number Placeholder 8"/>
          <p:cNvSpPr>
            <a:spLocks noGrp="1"/>
          </p:cNvSpPr>
          <p:nvPr>
            <p:ph type="sldNum" sz="quarter" idx="12"/>
          </p:nvPr>
        </p:nvSpPr>
        <p:spPr/>
        <p:txBody>
          <a:bodyPr/>
          <a:lstStyle/>
          <a:p>
            <a:fld id="{EB37DED6-D4C7-42EE-AB49-D2E39E64FDE4}" type="slidenum">
              <a:rPr lang="en-US" smtClean="0"/>
              <a:pPr/>
              <a:t>‹#›</a:t>
            </a:fld>
            <a:endParaRPr lang="en-US"/>
          </a:p>
        </p:txBody>
      </p:sp>
    </p:spTree>
    <p:extLst>
      <p:ext uri="{BB962C8B-B14F-4D97-AF65-F5344CB8AC3E}">
        <p14:creationId xmlns:p14="http://schemas.microsoft.com/office/powerpoint/2010/main" val="305258273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hasCustomPrompt="1"/>
          </p:nvPr>
        </p:nvSpPr>
        <p:spPr>
          <a:xfrm>
            <a:off x="1117309" y="1701800"/>
            <a:ext cx="4977104" cy="4470400"/>
          </a:xfrm>
        </p:spPr>
        <p:txBody>
          <a:bodyPr>
            <a:normAutofit/>
          </a:bodyPr>
          <a:lstStyle>
            <a:lvl1pPr>
              <a:defRPr sz="2400"/>
            </a:lvl1pPr>
            <a:lvl2pPr>
              <a:defRPr sz="2000"/>
            </a:lvl2pPr>
            <a:lvl3pPr>
              <a:defRPr sz="1800"/>
            </a:lvl3pPr>
            <a:lvl4pPr>
              <a:defRPr sz="1800"/>
            </a:lvl4pPr>
            <a:lvl5pPr marL="2011328">
              <a:defRPr sz="1800"/>
            </a:lvl5pPr>
            <a:lvl6pPr marL="2297078" indent="-285750">
              <a:buFont typeface="Century Gothic" panose="020B0502020202020204" pitchFamily="34" charset="0"/>
              <a:buChar char="–"/>
              <a:defRPr sz="1800"/>
            </a:lvl6pPr>
            <a:lvl7pPr marL="2568575" indent="-285750">
              <a:buFont typeface="Century Gothic" panose="020B0502020202020204" pitchFamily="34" charset="0"/>
              <a:buChar char="–"/>
              <a:defRPr sz="1800"/>
            </a:lvl7pPr>
            <a:lvl8pPr marL="2860675" indent="-285750">
              <a:defRPr sz="1800"/>
            </a:lvl8pPr>
            <a:lvl9pPr marL="3151188" indent="-285750">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8"/>
            <a:endParaRPr dirty="0"/>
          </a:p>
        </p:txBody>
      </p:sp>
      <p:sp>
        <p:nvSpPr>
          <p:cNvPr id="4" name="Content Placeholder 3"/>
          <p:cNvSpPr>
            <a:spLocks noGrp="1"/>
          </p:cNvSpPr>
          <p:nvPr>
            <p:ph sz="half" idx="2" hasCustomPrompt="1"/>
          </p:nvPr>
        </p:nvSpPr>
        <p:spPr>
          <a:xfrm>
            <a:off x="6297559" y="1701800"/>
            <a:ext cx="4977104" cy="4470400"/>
          </a:xfrm>
        </p:spPr>
        <p:txBody>
          <a:bodyPr>
            <a:normAutofit/>
          </a:bodyPr>
          <a:lstStyle>
            <a:lvl1pPr>
              <a:defRPr sz="2400"/>
            </a:lvl1pPr>
            <a:lvl2pPr>
              <a:defRPr sz="2000"/>
            </a:lvl2pPr>
            <a:lvl3pPr>
              <a:defRPr sz="1800"/>
            </a:lvl3pPr>
            <a:lvl4pPr>
              <a:defRPr sz="1800"/>
            </a:lvl4pPr>
            <a:lvl5pPr marL="2011328">
              <a:defRPr sz="1800"/>
            </a:lvl5pPr>
            <a:lvl6pPr marL="2297078" indent="-285750">
              <a:buFont typeface="Century Gothic" panose="020B0502020202020204" pitchFamily="34" charset="0"/>
              <a:buChar char="–"/>
              <a:defRPr sz="1800"/>
            </a:lvl6pPr>
            <a:lvl7pPr marL="2568575" indent="-285750">
              <a:defRPr sz="1800"/>
            </a:lvl7pPr>
            <a:lvl8pPr marL="2860675" indent="-285750">
              <a:defRPr sz="1800"/>
            </a:lvl8pPr>
            <a:lvl9pPr marL="3151188" indent="-285750">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Date Placeholder 4"/>
          <p:cNvSpPr>
            <a:spLocks noGrp="1"/>
          </p:cNvSpPr>
          <p:nvPr>
            <p:ph type="dt" sz="half" idx="10"/>
          </p:nvPr>
        </p:nvSpPr>
        <p:spPr/>
        <p:txBody>
          <a:bodyPr/>
          <a:lstStyle/>
          <a:p>
            <a:fld id="{62A6378D-18AE-47D1-B10A-42F623B40082}" type="datetime1">
              <a:rPr lang="en-US" smtClean="0"/>
              <a:t>8/13/2026</a:t>
            </a:fld>
            <a:endParaRPr lang="en-US"/>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p:txBody>
          <a:bodyPr/>
          <a:lstStyle/>
          <a:p>
            <a:fld id="{EB37DED6-D4C7-42EE-AB49-D2E39E64FDE4}" type="slidenum">
              <a:rPr lang="en-US" smtClean="0"/>
              <a:t>‹#›</a:t>
            </a:fld>
            <a:endParaRPr lang="en-US"/>
          </a:p>
        </p:txBody>
      </p:sp>
    </p:spTree>
    <p:extLst>
      <p:ext uri="{BB962C8B-B14F-4D97-AF65-F5344CB8AC3E}">
        <p14:creationId xmlns:p14="http://schemas.microsoft.com/office/powerpoint/2010/main" val="2025045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121372" y="1608836"/>
            <a:ext cx="4973041" cy="512064"/>
          </a:xfrm>
        </p:spPr>
        <p:txBody>
          <a:bodyPr anchor="b">
            <a:noAutofit/>
          </a:bodyPr>
          <a:lstStyle>
            <a:lvl1pPr marL="0" indent="0">
              <a:spcBef>
                <a:spcPts val="0"/>
              </a:spcBef>
              <a:buNone/>
              <a:defRPr sz="2400" b="1"/>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4" name="Content Placeholder 3"/>
          <p:cNvSpPr>
            <a:spLocks noGrp="1"/>
          </p:cNvSpPr>
          <p:nvPr>
            <p:ph sz="half" idx="2" hasCustomPrompt="1"/>
          </p:nvPr>
        </p:nvSpPr>
        <p:spPr>
          <a:xfrm>
            <a:off x="1117309" y="2209800"/>
            <a:ext cx="4977104" cy="3962400"/>
          </a:xfrm>
        </p:spPr>
        <p:txBody>
          <a:bodyPr>
            <a:normAutofit/>
          </a:bodyPr>
          <a:lstStyle>
            <a:lvl1pPr>
              <a:defRPr sz="2000"/>
            </a:lvl1pPr>
            <a:lvl2pPr>
              <a:defRPr sz="1800"/>
            </a:lvl2pPr>
            <a:lvl3pPr>
              <a:defRPr sz="1800"/>
            </a:lvl3pPr>
            <a:lvl4pPr>
              <a:defRPr sz="1800"/>
            </a:lvl4pPr>
            <a:lvl5pPr marL="2011328">
              <a:defRPr sz="1800"/>
            </a:lvl5pPr>
            <a:lvl6pPr marL="2297078" indent="-285750">
              <a:buFont typeface="Century Gothic" panose="020B0502020202020204" pitchFamily="34" charset="0"/>
              <a:buChar char="–"/>
              <a:defRPr sz="1800"/>
            </a:lvl6pPr>
            <a:lvl7pPr marL="2568575" indent="-285750">
              <a:defRPr sz="1800"/>
            </a:lvl7pPr>
            <a:lvl8pPr marL="2860675" indent="-285750">
              <a:defRPr sz="1800"/>
            </a:lvl8pPr>
            <a:lvl9pPr marL="3151188" indent="-285750">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Text Placeholder 4"/>
          <p:cNvSpPr>
            <a:spLocks noGrp="1"/>
          </p:cNvSpPr>
          <p:nvPr>
            <p:ph type="body" sz="quarter" idx="3"/>
          </p:nvPr>
        </p:nvSpPr>
        <p:spPr>
          <a:xfrm>
            <a:off x="6301622" y="1608836"/>
            <a:ext cx="4973041" cy="512064"/>
          </a:xfrm>
        </p:spPr>
        <p:txBody>
          <a:bodyPr anchor="b">
            <a:noAutofit/>
          </a:bodyPr>
          <a:lstStyle>
            <a:lvl1pPr marL="0" indent="0">
              <a:spcBef>
                <a:spcPts val="0"/>
              </a:spcBef>
              <a:buNone/>
              <a:defRPr sz="2400" b="1"/>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6" name="Content Placeholder 5"/>
          <p:cNvSpPr>
            <a:spLocks noGrp="1"/>
          </p:cNvSpPr>
          <p:nvPr>
            <p:ph sz="quarter" idx="4" hasCustomPrompt="1"/>
          </p:nvPr>
        </p:nvSpPr>
        <p:spPr>
          <a:xfrm>
            <a:off x="6297559" y="2209800"/>
            <a:ext cx="4977104" cy="3962400"/>
          </a:xfrm>
        </p:spPr>
        <p:txBody>
          <a:bodyPr>
            <a:normAutofit/>
          </a:bodyPr>
          <a:lstStyle>
            <a:lvl1pPr>
              <a:defRPr sz="2000"/>
            </a:lvl1pPr>
            <a:lvl2pPr>
              <a:defRPr sz="1800"/>
            </a:lvl2pPr>
            <a:lvl3pPr>
              <a:defRPr sz="1800"/>
            </a:lvl3pPr>
            <a:lvl4pPr>
              <a:defRPr sz="1800"/>
            </a:lvl4pPr>
            <a:lvl5pPr marL="2011328">
              <a:defRPr sz="1800"/>
            </a:lvl5pPr>
            <a:lvl6pPr marL="2297078" indent="-285750">
              <a:buFont typeface="Century Gothic" panose="020B0502020202020204" pitchFamily="34" charset="0"/>
              <a:buChar char="–"/>
              <a:defRPr sz="1800"/>
            </a:lvl6pPr>
            <a:lvl7pPr marL="2568575" indent="-285750">
              <a:defRPr sz="1800"/>
            </a:lvl7pPr>
            <a:lvl8pPr marL="2860675" indent="-285750">
              <a:defRPr sz="1800"/>
            </a:lvl8pPr>
            <a:lvl9pPr marL="3151188" indent="-285750">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7" name="Date Placeholder 6"/>
          <p:cNvSpPr>
            <a:spLocks noGrp="1"/>
          </p:cNvSpPr>
          <p:nvPr>
            <p:ph type="dt" sz="half" idx="10"/>
          </p:nvPr>
        </p:nvSpPr>
        <p:spPr/>
        <p:txBody>
          <a:bodyPr/>
          <a:lstStyle/>
          <a:p>
            <a:fld id="{321F6AE8-D704-41F6-B16A-5547B5672AC1}" type="datetime1">
              <a:rPr lang="en-US" smtClean="0"/>
              <a:t>8/13/2026</a:t>
            </a:fld>
            <a:endParaRPr lang="en-US"/>
          </a:p>
        </p:txBody>
      </p:sp>
      <p:sp>
        <p:nvSpPr>
          <p:cNvPr id="8" name="Footer Placeholder 7"/>
          <p:cNvSpPr>
            <a:spLocks noGrp="1"/>
          </p:cNvSpPr>
          <p:nvPr>
            <p:ph type="ftr" sz="quarter" idx="11"/>
          </p:nvPr>
        </p:nvSpPr>
        <p:spPr/>
        <p:txBody>
          <a:bodyPr/>
          <a:lstStyle/>
          <a:p>
            <a:r>
              <a:rPr lang="en-US" dirty="0"/>
              <a:t>Add a footer</a:t>
            </a:r>
          </a:p>
        </p:txBody>
      </p:sp>
      <p:sp>
        <p:nvSpPr>
          <p:cNvPr id="9" name="Slide Number Placeholder 8"/>
          <p:cNvSpPr>
            <a:spLocks noGrp="1"/>
          </p:cNvSpPr>
          <p:nvPr>
            <p:ph type="sldNum" sz="quarter" idx="12"/>
          </p:nvPr>
        </p:nvSpPr>
        <p:spPr/>
        <p:txBody>
          <a:bodyPr/>
          <a:lstStyle/>
          <a:p>
            <a:fld id="{EB37DED6-D4C7-42EE-AB49-D2E39E64FDE4}" type="slidenum">
              <a:rPr lang="en-US" smtClean="0"/>
              <a:t>‹#›</a:t>
            </a:fld>
            <a:endParaRPr lang="en-US"/>
          </a:p>
        </p:txBody>
      </p:sp>
    </p:spTree>
    <p:extLst>
      <p:ext uri="{BB962C8B-B14F-4D97-AF65-F5344CB8AC3E}">
        <p14:creationId xmlns:p14="http://schemas.microsoft.com/office/powerpoint/2010/main" val="920072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58AB9538-6F63-4C0B-916D-ED3F4E0A1B28}" type="datetime1">
              <a:rPr lang="en-US" smtClean="0"/>
              <a:t>8/13/2026</a:t>
            </a:fld>
            <a:endParaRPr lang="en-US"/>
          </a:p>
        </p:txBody>
      </p:sp>
      <p:sp>
        <p:nvSpPr>
          <p:cNvPr id="4" name="Footer Placeholder 3"/>
          <p:cNvSpPr>
            <a:spLocks noGrp="1"/>
          </p:cNvSpPr>
          <p:nvPr>
            <p:ph type="ftr" sz="quarter" idx="11"/>
          </p:nvPr>
        </p:nvSpPr>
        <p:spPr/>
        <p:txBody>
          <a:bodyPr/>
          <a:lstStyle/>
          <a:p>
            <a:r>
              <a:rPr lang="en-US" dirty="0"/>
              <a:t>Add a footer</a:t>
            </a:r>
          </a:p>
        </p:txBody>
      </p:sp>
      <p:sp>
        <p:nvSpPr>
          <p:cNvPr id="5" name="Slide Number Placeholder 4"/>
          <p:cNvSpPr>
            <a:spLocks noGrp="1"/>
          </p:cNvSpPr>
          <p:nvPr>
            <p:ph type="sldNum" sz="quarter" idx="12"/>
          </p:nvPr>
        </p:nvSpPr>
        <p:spPr/>
        <p:txBody>
          <a:bodyPr/>
          <a:lstStyle/>
          <a:p>
            <a:fld id="{EB37DED6-D4C7-42EE-AB49-D2E39E64FDE4}" type="slidenum">
              <a:rPr lang="en-US" smtClean="0"/>
              <a:t>‹#›</a:t>
            </a:fld>
            <a:endParaRPr lang="en-US"/>
          </a:p>
        </p:txBody>
      </p:sp>
    </p:spTree>
    <p:extLst>
      <p:ext uri="{BB962C8B-B14F-4D97-AF65-F5344CB8AC3E}">
        <p14:creationId xmlns:p14="http://schemas.microsoft.com/office/powerpoint/2010/main" val="2304845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8F15BF-7116-4A9E-8022-5A2DC937F971}" type="datetime1">
              <a:rPr lang="en-US" smtClean="0"/>
              <a:t>8/13/2026</a:t>
            </a:fld>
            <a:endParaRPr lang="en-US"/>
          </a:p>
        </p:txBody>
      </p:sp>
      <p:sp>
        <p:nvSpPr>
          <p:cNvPr id="3" name="Footer Placeholder 2"/>
          <p:cNvSpPr>
            <a:spLocks noGrp="1"/>
          </p:cNvSpPr>
          <p:nvPr>
            <p:ph type="ftr" sz="quarter" idx="11"/>
          </p:nvPr>
        </p:nvSpPr>
        <p:spPr/>
        <p:txBody>
          <a:bodyPr/>
          <a:lstStyle/>
          <a:p>
            <a:r>
              <a:rPr lang="en-US" dirty="0"/>
              <a:t>Add a footer</a:t>
            </a:r>
          </a:p>
        </p:txBody>
      </p:sp>
      <p:sp>
        <p:nvSpPr>
          <p:cNvPr id="4" name="Slide Number Placeholder 3"/>
          <p:cNvSpPr>
            <a:spLocks noGrp="1"/>
          </p:cNvSpPr>
          <p:nvPr>
            <p:ph type="sldNum" sz="quarter" idx="12"/>
          </p:nvPr>
        </p:nvSpPr>
        <p:spPr/>
        <p:txBody>
          <a:bodyPr/>
          <a:lstStyle/>
          <a:p>
            <a:fld id="{EB37DED6-D4C7-42EE-AB49-D2E39E64FDE4}" type="slidenum">
              <a:rPr lang="en-US" smtClean="0"/>
              <a:t>‹#›</a:t>
            </a:fld>
            <a:endParaRPr lang="en-US"/>
          </a:p>
        </p:txBody>
      </p:sp>
    </p:spTree>
    <p:extLst>
      <p:ext uri="{BB962C8B-B14F-4D97-AF65-F5344CB8AC3E}">
        <p14:creationId xmlns:p14="http://schemas.microsoft.com/office/powerpoint/2010/main" val="219507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3961368" y="0"/>
            <a:ext cx="7922736" cy="6858000"/>
          </a:xfrm>
          <a:prstGeom prst="rect">
            <a:avLst/>
          </a:prstGeom>
          <a:gradFill flip="none" rotWithShape="1">
            <a:gsLst>
              <a:gs pos="0">
                <a:schemeClr val="bg1">
                  <a:alpha val="0"/>
                </a:schemeClr>
              </a:gs>
              <a:gs pos="100000">
                <a:schemeClr val="bg1">
                  <a:alpha val="55000"/>
                </a:schemeClr>
              </a:gs>
            </a:gsLst>
            <a:lin ang="7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2" name="Title 1"/>
          <p:cNvSpPr>
            <a:spLocks noGrp="1"/>
          </p:cNvSpPr>
          <p:nvPr>
            <p:ph type="title"/>
          </p:nvPr>
        </p:nvSpPr>
        <p:spPr>
          <a:xfrm>
            <a:off x="455612" y="1701800"/>
            <a:ext cx="3351927" cy="2844800"/>
          </a:xfrm>
        </p:spPr>
        <p:txBody>
          <a:bodyPr anchor="b">
            <a:normAutofit/>
          </a:bodyPr>
          <a:lstStyle>
            <a:lvl1pPr algn="l">
              <a:defRPr sz="2000" b="1">
                <a:effectLst/>
              </a:defRPr>
            </a:lvl1pPr>
          </a:lstStyle>
          <a:p>
            <a:r>
              <a:rPr lang="en-US"/>
              <a:t>Click to edit Master title style</a:t>
            </a:r>
            <a:endParaRPr dirty="0"/>
          </a:p>
        </p:txBody>
      </p:sp>
      <p:sp>
        <p:nvSpPr>
          <p:cNvPr id="3" name="Content Placeholder 2"/>
          <p:cNvSpPr>
            <a:spLocks noGrp="1"/>
          </p:cNvSpPr>
          <p:nvPr>
            <p:ph idx="1" hasCustomPrompt="1"/>
          </p:nvPr>
        </p:nvSpPr>
        <p:spPr>
          <a:xfrm>
            <a:off x="4469236" y="482600"/>
            <a:ext cx="6805427" cy="5892800"/>
          </a:xfrm>
        </p:spPr>
        <p:txBody>
          <a:bodyPr>
            <a:normAutofit/>
          </a:bodyPr>
          <a:lstStyle>
            <a:lvl1pPr>
              <a:defRPr sz="2400"/>
            </a:lvl1pPr>
            <a:lvl2pPr>
              <a:defRPr sz="2000"/>
            </a:lvl2pPr>
            <a:lvl3pPr>
              <a:defRPr sz="1800"/>
            </a:lvl3pPr>
            <a:lvl4pPr>
              <a:defRPr sz="1800"/>
            </a:lvl4pPr>
            <a:lvl5pPr>
              <a:defRPr sz="1800"/>
            </a:lvl5pPr>
            <a:lvl6pPr marL="2418976" indent="-285750">
              <a:buFont typeface="Century Gothic" panose="020B0502020202020204" pitchFamily="34" charset="0"/>
              <a:buChar cha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Text Placeholder 3"/>
          <p:cNvSpPr>
            <a:spLocks noGrp="1"/>
          </p:cNvSpPr>
          <p:nvPr>
            <p:ph type="body" sz="half" idx="2"/>
          </p:nvPr>
        </p:nvSpPr>
        <p:spPr>
          <a:xfrm>
            <a:off x="455612" y="4648200"/>
            <a:ext cx="3351927" cy="1727200"/>
          </a:xfrm>
        </p:spPr>
        <p:txBody>
          <a:bodyPr>
            <a:normAutofit/>
          </a:bodyPr>
          <a:lstStyle>
            <a:lvl1pPr marL="0" indent="0">
              <a:spcBef>
                <a:spcPts val="1200"/>
              </a:spcBef>
              <a:buNone/>
              <a:defRPr sz="16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41B8DC91-5A3B-40CE-8C1D-279A8EF6E008}" type="datetime1">
              <a:rPr lang="en-US" smtClean="0"/>
              <a:t>8/13/2026</a:t>
            </a:fld>
            <a:endParaRPr lang="en-US"/>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p:txBody>
          <a:bodyPr/>
          <a:lstStyle/>
          <a:p>
            <a:fld id="{2DFBB78A-01B4-41F2-96B0-677A4A282832}" type="slidenum">
              <a:rPr lang="en-US" smtClean="0"/>
              <a:t>‹#›</a:t>
            </a:fld>
            <a:endParaRPr lang="en-US"/>
          </a:p>
        </p:txBody>
      </p:sp>
    </p:spTree>
    <p:extLst>
      <p:ext uri="{BB962C8B-B14F-4D97-AF65-F5344CB8AC3E}">
        <p14:creationId xmlns:p14="http://schemas.microsoft.com/office/powerpoint/2010/main" val="789110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082258" y="0"/>
            <a:ext cx="8024310" cy="6858000"/>
          </a:xfrm>
          <a:prstGeom prst="rect">
            <a:avLst/>
          </a:prstGeom>
          <a:gradFill flip="none" rotWithShape="1">
            <a:gsLst>
              <a:gs pos="0">
                <a:schemeClr val="bg1">
                  <a:alpha val="0"/>
                </a:schemeClr>
              </a:gs>
              <a:gs pos="100000">
                <a:schemeClr val="bg1">
                  <a:alpha val="55000"/>
                </a:schemeClr>
              </a:gs>
            </a:gsLst>
            <a:lin ang="7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2" name="Title 1"/>
          <p:cNvSpPr>
            <a:spLocks noGrp="1"/>
          </p:cNvSpPr>
          <p:nvPr>
            <p:ph type="title"/>
          </p:nvPr>
        </p:nvSpPr>
        <p:spPr>
          <a:xfrm>
            <a:off x="2437765" y="4800600"/>
            <a:ext cx="7313295" cy="762000"/>
          </a:xfrm>
        </p:spPr>
        <p:txBody>
          <a:bodyPr anchor="b">
            <a:normAutofit/>
          </a:bodyPr>
          <a:lstStyle>
            <a:lvl1pPr algn="l">
              <a:defRPr sz="2000" b="1">
                <a:effectLst/>
              </a:defRPr>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2437765" y="279401"/>
            <a:ext cx="7313295" cy="4448175"/>
          </a:xfrm>
        </p:spPr>
        <p:txBody>
          <a:bodyPr>
            <a:normAutofit/>
          </a:bodyPr>
          <a:lstStyle>
            <a:lvl1pPr marL="0" indent="0">
              <a:buNone/>
              <a:defRPr sz="28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r>
              <a:rPr lang="en-US"/>
              <a:t>Click icon to add picture</a:t>
            </a:r>
            <a:endParaRPr/>
          </a:p>
        </p:txBody>
      </p:sp>
      <p:sp>
        <p:nvSpPr>
          <p:cNvPr id="4" name="Text Placeholder 3"/>
          <p:cNvSpPr>
            <a:spLocks noGrp="1"/>
          </p:cNvSpPr>
          <p:nvPr>
            <p:ph type="body" sz="half" idx="2"/>
          </p:nvPr>
        </p:nvSpPr>
        <p:spPr>
          <a:xfrm>
            <a:off x="2437765" y="5562600"/>
            <a:ext cx="7313295" cy="812800"/>
          </a:xfrm>
        </p:spPr>
        <p:txBody>
          <a:bodyPr>
            <a:normAutofit/>
          </a:bodyPr>
          <a:lstStyle>
            <a:lvl1pPr marL="0" indent="0">
              <a:spcBef>
                <a:spcPts val="0"/>
              </a:spcBef>
              <a:buNone/>
              <a:defRPr sz="16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36B7C20A-B94A-4E20-B4B2-88A7825AE904}" type="datetime1">
              <a:rPr lang="en-US" smtClean="0"/>
              <a:t>8/13/2026</a:t>
            </a:fld>
            <a:endParaRPr lang="en-US"/>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p:txBody>
          <a:bodyPr/>
          <a:lstStyle/>
          <a:p>
            <a:fld id="{2DFBB78A-01B4-41F2-96B0-677A4A282832}" type="slidenum">
              <a:rPr lang="en-US" smtClean="0"/>
              <a:t>‹#›</a:t>
            </a:fld>
            <a:endParaRPr lang="en-US"/>
          </a:p>
        </p:txBody>
      </p:sp>
    </p:spTree>
    <p:extLst>
      <p:ext uri="{BB962C8B-B14F-4D97-AF65-F5344CB8AC3E}">
        <p14:creationId xmlns:p14="http://schemas.microsoft.com/office/powerpoint/2010/main" val="3521372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hasCustomPrompt="1"/>
          </p:nvPr>
        </p:nvSpPr>
        <p:spPr/>
        <p:txBody>
          <a:bodyPr vert="eaVert"/>
          <a:lstStyle>
            <a:lvl5pPr>
              <a:defRPr/>
            </a:lvl5pPr>
            <a:lvl6pPr marL="2418976" indent="-285750">
              <a:buFont typeface="Century Gothic" panose="020B0502020202020204" pitchFamily="34" charset="0"/>
              <a:buChar cha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Date Placeholder 3"/>
          <p:cNvSpPr>
            <a:spLocks noGrp="1"/>
          </p:cNvSpPr>
          <p:nvPr>
            <p:ph type="dt" sz="half" idx="10"/>
          </p:nvPr>
        </p:nvSpPr>
        <p:spPr/>
        <p:txBody>
          <a:bodyPr/>
          <a:lstStyle/>
          <a:p>
            <a:fld id="{D91CA53D-4C84-40AA-983E-A1E818A7FEFC}" type="datetime1">
              <a:rPr lang="en-US" smtClean="0"/>
              <a:t>8/13/2026</a:t>
            </a:fld>
            <a:endParaRPr lang="en-US"/>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591C5AD9-787D-40FA-8A4D-16A055B9AF81}" type="slidenum">
              <a:rPr lang="en-US" smtClean="0"/>
              <a:t>‹#›</a:t>
            </a:fld>
            <a:endParaRPr lang="en-US"/>
          </a:p>
        </p:txBody>
      </p:sp>
    </p:spTree>
    <p:extLst>
      <p:ext uri="{BB962C8B-B14F-4D97-AF65-F5344CB8AC3E}">
        <p14:creationId xmlns:p14="http://schemas.microsoft.com/office/powerpoint/2010/main" val="1817619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852633" y="274638"/>
            <a:ext cx="1422030" cy="5897561"/>
          </a:xfrm>
        </p:spPr>
        <p:txBody>
          <a:bodyPr vert="eaVert"/>
          <a:lstStyle/>
          <a:p>
            <a:r>
              <a:rPr lang="en-US"/>
              <a:t>Click to edit Master title style</a:t>
            </a:r>
            <a:endParaRPr/>
          </a:p>
        </p:txBody>
      </p:sp>
      <p:sp>
        <p:nvSpPr>
          <p:cNvPr id="3" name="Vertical Text Placeholder 2"/>
          <p:cNvSpPr>
            <a:spLocks noGrp="1"/>
          </p:cNvSpPr>
          <p:nvPr>
            <p:ph type="body" orient="vert" idx="1" hasCustomPrompt="1"/>
          </p:nvPr>
        </p:nvSpPr>
        <p:spPr>
          <a:xfrm>
            <a:off x="1117309" y="274638"/>
            <a:ext cx="8532178" cy="5897561"/>
          </a:xfrm>
        </p:spPr>
        <p:txBody>
          <a:bodyPr vert="eaVert"/>
          <a:lstStyle>
            <a:lvl5pPr>
              <a:defRPr/>
            </a:lvl5pPr>
            <a:lvl6pPr marL="2418976" indent="-285750">
              <a:buFont typeface="Century Gothic" panose="020B0502020202020204" pitchFamily="34" charset="0"/>
              <a:buChar cha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Date Placeholder 3"/>
          <p:cNvSpPr>
            <a:spLocks noGrp="1"/>
          </p:cNvSpPr>
          <p:nvPr>
            <p:ph type="dt" sz="half" idx="10"/>
          </p:nvPr>
        </p:nvSpPr>
        <p:spPr/>
        <p:txBody>
          <a:bodyPr/>
          <a:lstStyle/>
          <a:p>
            <a:fld id="{C8E2FCEE-AE66-4EAB-9C04-97F8A56A6354}" type="datetime1">
              <a:rPr lang="en-US" smtClean="0"/>
              <a:t>8/13/2026</a:t>
            </a:fld>
            <a:endParaRPr lang="en-US"/>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591C5AD9-787D-40FA-8A4D-16A055B9AF81}" type="slidenum">
              <a:rPr lang="en-US" smtClean="0"/>
              <a:t>‹#›</a:t>
            </a:fld>
            <a:endParaRPr lang="en-US"/>
          </a:p>
        </p:txBody>
      </p:sp>
    </p:spTree>
    <p:extLst>
      <p:ext uri="{BB962C8B-B14F-4D97-AF65-F5344CB8AC3E}">
        <p14:creationId xmlns:p14="http://schemas.microsoft.com/office/powerpoint/2010/main" val="3723691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grpSp>
        <p:nvGrpSpPr>
          <p:cNvPr id="7" name="Group 6"/>
          <p:cNvGrpSpPr/>
          <p:nvPr/>
        </p:nvGrpSpPr>
        <p:grpSpPr>
          <a:xfrm>
            <a:off x="1620" y="0"/>
            <a:ext cx="12188952" cy="6858000"/>
            <a:chOff x="1620" y="0"/>
            <a:chExt cx="12188952" cy="6858000"/>
          </a:xfrm>
        </p:grpSpPr>
        <p:sp>
          <p:nvSpPr>
            <p:cNvPr id="10" name="Rectangle 9"/>
            <p:cNvSpPr/>
            <p:nvPr/>
          </p:nvSpPr>
          <p:spPr>
            <a:xfrm>
              <a:off x="1620" y="0"/>
              <a:ext cx="12188952" cy="6858000"/>
            </a:xfrm>
            <a:prstGeom prst="rect">
              <a:avLst/>
            </a:prstGeom>
            <a:gradFill flip="none" rotWithShape="1">
              <a:gsLst>
                <a:gs pos="0">
                  <a:schemeClr val="accent1">
                    <a:lumMod val="50000"/>
                  </a:schemeClr>
                </a:gs>
                <a:gs pos="58000">
                  <a:schemeClr val="accent1">
                    <a:lumMod val="40000"/>
                    <a:lumOff val="60000"/>
                  </a:schemeClr>
                </a:gs>
                <a:gs pos="100000">
                  <a:schemeClr val="accent1">
                    <a:lumMod val="5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8" name="Rectangle 7"/>
            <p:cNvSpPr/>
            <p:nvPr/>
          </p:nvSpPr>
          <p:spPr>
            <a:xfrm>
              <a:off x="304721" y="0"/>
              <a:ext cx="11579384" cy="6858000"/>
            </a:xfrm>
            <a:prstGeom prst="rect">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grpSp>
      <p:sp>
        <p:nvSpPr>
          <p:cNvPr id="2" name="Title Placeholder 1"/>
          <p:cNvSpPr>
            <a:spLocks noGrp="1"/>
          </p:cNvSpPr>
          <p:nvPr>
            <p:ph type="title"/>
          </p:nvPr>
        </p:nvSpPr>
        <p:spPr>
          <a:xfrm>
            <a:off x="1117309" y="76200"/>
            <a:ext cx="10157354" cy="1397000"/>
          </a:xfrm>
          <a:prstGeom prst="rect">
            <a:avLst/>
          </a:prstGeom>
        </p:spPr>
        <p:txBody>
          <a:bodyPr vert="horz" lIns="121899" tIns="60949" rIns="121899" bIns="60949" rtlCol="0" anchor="b">
            <a:normAutofit/>
          </a:bodyPr>
          <a:lstStyle/>
          <a:p>
            <a:r>
              <a:rPr lang="en-US"/>
              <a:t>Click to edit Master title style</a:t>
            </a:r>
            <a:endParaRPr dirty="0"/>
          </a:p>
        </p:txBody>
      </p:sp>
      <p:sp>
        <p:nvSpPr>
          <p:cNvPr id="3" name="Text Placeholder 2"/>
          <p:cNvSpPr>
            <a:spLocks noGrp="1"/>
          </p:cNvSpPr>
          <p:nvPr>
            <p:ph type="body" idx="1"/>
          </p:nvPr>
        </p:nvSpPr>
        <p:spPr>
          <a:xfrm>
            <a:off x="1117309" y="1701800"/>
            <a:ext cx="10157354" cy="4470400"/>
          </a:xfrm>
          <a:prstGeom prst="rect">
            <a:avLst/>
          </a:prstGeom>
        </p:spPr>
        <p:txBody>
          <a:bodyPr vert="horz" lIns="121899" tIns="60949" rIns="121899"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17309" y="6400801"/>
            <a:ext cx="2742486" cy="320675"/>
          </a:xfrm>
          <a:prstGeom prst="rect">
            <a:avLst/>
          </a:prstGeom>
        </p:spPr>
        <p:txBody>
          <a:bodyPr vert="horz" lIns="121899" tIns="60949" rIns="121899" bIns="60949" rtlCol="0" anchor="b"/>
          <a:lstStyle>
            <a:lvl1pPr algn="l">
              <a:defRPr sz="1200">
                <a:solidFill>
                  <a:schemeClr val="tx2">
                    <a:lumMod val="50000"/>
                  </a:schemeClr>
                </a:solidFill>
              </a:defRPr>
            </a:lvl1pPr>
          </a:lstStyle>
          <a:p>
            <a:fld id="{859468AF-EFCF-4AAD-ACF4-3BA83EC4AF4E}" type="datetime1">
              <a:rPr lang="en-US" smtClean="0"/>
              <a:pPr/>
              <a:t>8/13/2026</a:t>
            </a:fld>
            <a:endParaRPr lang="en-US" dirty="0"/>
          </a:p>
        </p:txBody>
      </p:sp>
      <p:sp>
        <p:nvSpPr>
          <p:cNvPr id="5" name="Footer Placeholder 4"/>
          <p:cNvSpPr>
            <a:spLocks noGrp="1"/>
          </p:cNvSpPr>
          <p:nvPr>
            <p:ph type="ftr" sz="quarter" idx="3"/>
          </p:nvPr>
        </p:nvSpPr>
        <p:spPr>
          <a:xfrm>
            <a:off x="3907842" y="6400801"/>
            <a:ext cx="6216301" cy="320675"/>
          </a:xfrm>
          <a:prstGeom prst="rect">
            <a:avLst/>
          </a:prstGeom>
        </p:spPr>
        <p:txBody>
          <a:bodyPr vert="horz" lIns="121899" tIns="60949" rIns="121899" bIns="60949" rtlCol="0" anchor="b"/>
          <a:lstStyle>
            <a:lvl1pPr algn="ctr">
              <a:defRPr sz="1200">
                <a:solidFill>
                  <a:schemeClr val="tx2">
                    <a:lumMod val="50000"/>
                  </a:schemeClr>
                </a:solidFill>
              </a:defRPr>
            </a:lvl1pPr>
          </a:lstStyle>
          <a:p>
            <a:r>
              <a:rPr lang="en-US"/>
              <a:t>Add a footer</a:t>
            </a:r>
            <a:endParaRPr lang="en-US" dirty="0"/>
          </a:p>
        </p:txBody>
      </p:sp>
      <p:sp>
        <p:nvSpPr>
          <p:cNvPr id="6" name="Slide Number Placeholder 5"/>
          <p:cNvSpPr>
            <a:spLocks noGrp="1"/>
          </p:cNvSpPr>
          <p:nvPr>
            <p:ph type="sldNum" sz="quarter" idx="4"/>
          </p:nvPr>
        </p:nvSpPr>
        <p:spPr>
          <a:xfrm>
            <a:off x="10167146" y="6400801"/>
            <a:ext cx="1107518" cy="320675"/>
          </a:xfrm>
          <a:prstGeom prst="rect">
            <a:avLst/>
          </a:prstGeom>
        </p:spPr>
        <p:txBody>
          <a:bodyPr vert="horz" lIns="121899" tIns="60949" rIns="121899" bIns="60949" rtlCol="0" anchor="b"/>
          <a:lstStyle>
            <a:lvl1pPr algn="r">
              <a:defRPr sz="1200">
                <a:solidFill>
                  <a:schemeClr val="tx2">
                    <a:lumMod val="50000"/>
                  </a:schemeClr>
                </a:solidFill>
              </a:defRPr>
            </a:lvl1pPr>
          </a:lstStyle>
          <a:p>
            <a:fld id="{EB37DED6-D4C7-42EE-AB49-D2E39E64FDE4}" type="slidenum">
              <a:rPr lang="en-US" smtClean="0"/>
              <a:pPr/>
              <a:t>‹#›</a:t>
            </a:fld>
            <a:endParaRPr lang="en-US"/>
          </a:p>
        </p:txBody>
      </p:sp>
    </p:spTree>
    <p:extLst>
      <p:ext uri="{BB962C8B-B14F-4D97-AF65-F5344CB8AC3E}">
        <p14:creationId xmlns:p14="http://schemas.microsoft.com/office/powerpoint/2010/main" val="2060187724"/>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1218987" rtl="0" eaLnBrk="1" latinLnBrk="0" hangingPunct="1">
        <a:lnSpc>
          <a:spcPct val="85000"/>
        </a:lnSpc>
        <a:spcBef>
          <a:spcPct val="0"/>
        </a:spcBef>
        <a:buNone/>
        <a:tabLst/>
        <a:defRPr sz="4400" b="0" kern="1200" cap="none" baseline="0">
          <a:solidFill>
            <a:schemeClr val="accent2">
              <a:lumMod val="50000"/>
            </a:schemeClr>
          </a:solidFill>
          <a:effectLst/>
          <a:latin typeface="+mj-lt"/>
          <a:ea typeface="+mj-ea"/>
          <a:cs typeface="+mj-cs"/>
        </a:defRPr>
      </a:lvl1pPr>
    </p:titleStyle>
    <p:bodyStyle>
      <a:lvl1pPr marL="304747" indent="-304747" algn="l" defTabSz="1218987" rtl="0" eaLnBrk="1" latinLnBrk="0" hangingPunct="1">
        <a:lnSpc>
          <a:spcPct val="95000"/>
        </a:lnSpc>
        <a:spcBef>
          <a:spcPts val="1866"/>
        </a:spcBef>
        <a:buClr>
          <a:schemeClr val="accent6">
            <a:lumMod val="50000"/>
          </a:schemeClr>
        </a:buClr>
        <a:buSzPct val="100000"/>
        <a:buFont typeface="Arial" pitchFamily="34" charset="0"/>
        <a:buChar char="•"/>
        <a:defRPr sz="2400" kern="1200">
          <a:solidFill>
            <a:schemeClr val="tx1"/>
          </a:solidFill>
          <a:latin typeface="+mn-lt"/>
          <a:ea typeface="+mn-ea"/>
          <a:cs typeface="+mn-cs"/>
        </a:defRPr>
      </a:lvl1pPr>
      <a:lvl2pPr marL="731392" indent="-304747" algn="l" defTabSz="1218987" rtl="0" eaLnBrk="1" latinLnBrk="0" hangingPunct="1">
        <a:lnSpc>
          <a:spcPct val="95000"/>
        </a:lnSpc>
        <a:spcBef>
          <a:spcPts val="1066"/>
        </a:spcBef>
        <a:buClr>
          <a:schemeClr val="accent6">
            <a:lumMod val="50000"/>
          </a:schemeClr>
        </a:buClr>
        <a:buSzPct val="100000"/>
        <a:buFont typeface="Century Gothic" pitchFamily="34" charset="0"/>
        <a:buChar char="–"/>
        <a:defRPr sz="2000" kern="1200">
          <a:solidFill>
            <a:schemeClr val="tx1"/>
          </a:solidFill>
          <a:latin typeface="+mn-lt"/>
          <a:ea typeface="+mn-ea"/>
          <a:cs typeface="+mn-cs"/>
        </a:defRPr>
      </a:lvl2pPr>
      <a:lvl3pPr marL="1158037" indent="-304747" algn="l" defTabSz="1218987" rtl="0" eaLnBrk="1" latinLnBrk="0" hangingPunct="1">
        <a:lnSpc>
          <a:spcPct val="95000"/>
        </a:lnSpc>
        <a:spcBef>
          <a:spcPts val="1066"/>
        </a:spcBef>
        <a:buClr>
          <a:schemeClr val="accent6">
            <a:lumMod val="50000"/>
          </a:schemeClr>
        </a:buClr>
        <a:buSzPct val="100000"/>
        <a:buFont typeface="Century Gothic" pitchFamily="34" charset="0"/>
        <a:buChar char="–"/>
        <a:defRPr sz="1800" kern="1200">
          <a:solidFill>
            <a:schemeClr val="tx1"/>
          </a:solidFill>
          <a:latin typeface="+mn-lt"/>
          <a:ea typeface="+mn-ea"/>
          <a:cs typeface="+mn-cs"/>
        </a:defRPr>
      </a:lvl3pPr>
      <a:lvl4pPr marL="1584683" indent="-304747" algn="l" defTabSz="1218987" rtl="0" eaLnBrk="1" latinLnBrk="0" hangingPunct="1">
        <a:lnSpc>
          <a:spcPct val="95000"/>
        </a:lnSpc>
        <a:spcBef>
          <a:spcPts val="1066"/>
        </a:spcBef>
        <a:buClr>
          <a:schemeClr val="accent6">
            <a:lumMod val="50000"/>
          </a:schemeClr>
        </a:buClr>
        <a:buSzPct val="100000"/>
        <a:buFont typeface="Century Gothic" pitchFamily="34" charset="0"/>
        <a:buChar char="–"/>
        <a:defRPr sz="1800" kern="1200">
          <a:solidFill>
            <a:schemeClr val="tx1"/>
          </a:solidFill>
          <a:latin typeface="+mn-lt"/>
          <a:ea typeface="+mn-ea"/>
          <a:cs typeface="+mn-cs"/>
        </a:defRPr>
      </a:lvl4pPr>
      <a:lvl5pPr marL="2011328" indent="-304747" algn="l" defTabSz="1218987" rtl="0" eaLnBrk="1" latinLnBrk="0" hangingPunct="1">
        <a:lnSpc>
          <a:spcPct val="95000"/>
        </a:lnSpc>
        <a:spcBef>
          <a:spcPts val="1066"/>
        </a:spcBef>
        <a:buClr>
          <a:schemeClr val="accent6">
            <a:lumMod val="50000"/>
          </a:schemeClr>
        </a:buClr>
        <a:buSzPct val="100000"/>
        <a:buFont typeface="Century Gothic" pitchFamily="34" charset="0"/>
        <a:buChar char="–"/>
        <a:defRPr sz="1800" kern="1200">
          <a:solidFill>
            <a:schemeClr val="tx1"/>
          </a:solidFill>
          <a:latin typeface="+mn-lt"/>
          <a:ea typeface="+mn-ea"/>
          <a:cs typeface="+mn-cs"/>
        </a:defRPr>
      </a:lvl5pPr>
      <a:lvl6pPr marL="2133226" indent="0" algn="l" defTabSz="1218987" rtl="0" eaLnBrk="1" latinLnBrk="0" hangingPunct="1">
        <a:lnSpc>
          <a:spcPct val="95000"/>
        </a:lnSpc>
        <a:spcBef>
          <a:spcPts val="1066"/>
        </a:spcBef>
        <a:buClr>
          <a:schemeClr val="accent6">
            <a:lumMod val="50000"/>
          </a:schemeClr>
        </a:buClr>
        <a:buSzPct val="90000"/>
        <a:buFont typeface="Century Gothic" panose="020B0502020202020204" pitchFamily="34" charset="0"/>
        <a:buNone/>
        <a:defRPr sz="1800" kern="1200">
          <a:solidFill>
            <a:schemeClr val="tx2">
              <a:lumMod val="50000"/>
            </a:schemeClr>
          </a:solidFill>
          <a:latin typeface="+mn-lt"/>
          <a:ea typeface="+mn-ea"/>
          <a:cs typeface="+mn-cs"/>
        </a:defRPr>
      </a:lvl6pPr>
      <a:lvl7pPr marL="2845622" indent="-285750" algn="l" defTabSz="1218987" rtl="0" eaLnBrk="1" latinLnBrk="0" hangingPunct="1">
        <a:lnSpc>
          <a:spcPct val="95000"/>
        </a:lnSpc>
        <a:spcBef>
          <a:spcPts val="1066"/>
        </a:spcBef>
        <a:buClr>
          <a:schemeClr val="accent6">
            <a:lumMod val="50000"/>
          </a:schemeClr>
        </a:buClr>
        <a:buSzPct val="90000"/>
        <a:buFont typeface="Century Gothic" panose="020B0502020202020204" pitchFamily="34" charset="0"/>
        <a:buChar char="–"/>
        <a:defRPr sz="1800" kern="1200">
          <a:solidFill>
            <a:schemeClr val="tx2">
              <a:lumMod val="50000"/>
            </a:schemeClr>
          </a:solidFill>
          <a:latin typeface="+mn-lt"/>
          <a:ea typeface="+mn-ea"/>
          <a:cs typeface="+mn-cs"/>
        </a:defRPr>
      </a:lvl7pPr>
      <a:lvl8pPr marL="3272267" indent="-285750" algn="l" defTabSz="1218987" rtl="0" eaLnBrk="1" latinLnBrk="0" hangingPunct="1">
        <a:lnSpc>
          <a:spcPct val="95000"/>
        </a:lnSpc>
        <a:spcBef>
          <a:spcPts val="1066"/>
        </a:spcBef>
        <a:buClr>
          <a:schemeClr val="accent6">
            <a:lumMod val="50000"/>
          </a:schemeClr>
        </a:buClr>
        <a:buSzPct val="90000"/>
        <a:buFont typeface="Century Gothic" panose="020B0502020202020204" pitchFamily="34" charset="0"/>
        <a:buChar char="–"/>
        <a:defRPr sz="1800" kern="1200">
          <a:solidFill>
            <a:schemeClr val="tx2">
              <a:lumMod val="50000"/>
            </a:schemeClr>
          </a:solidFill>
          <a:latin typeface="+mn-lt"/>
          <a:ea typeface="+mn-ea"/>
          <a:cs typeface="+mn-cs"/>
        </a:defRPr>
      </a:lvl8pPr>
      <a:lvl9pPr marL="3759862" indent="-285750" algn="l" defTabSz="1218987" rtl="0" eaLnBrk="1" latinLnBrk="0" hangingPunct="1">
        <a:lnSpc>
          <a:spcPct val="95000"/>
        </a:lnSpc>
        <a:spcBef>
          <a:spcPts val="1066"/>
        </a:spcBef>
        <a:buClr>
          <a:schemeClr val="accent6">
            <a:lumMod val="50000"/>
          </a:schemeClr>
        </a:buClr>
        <a:buSzPct val="90000"/>
        <a:buFont typeface="Century Gothic" panose="020B0502020202020204" pitchFamily="34" charset="0"/>
        <a:buChar char="–"/>
        <a:defRPr sz="1800" kern="1200">
          <a:solidFill>
            <a:schemeClr val="tx2">
              <a:lumMod val="50000"/>
            </a:schemeClr>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DevOps</a:t>
            </a:r>
            <a:endParaRPr lang="en-US" dirty="0"/>
          </a:p>
        </p:txBody>
      </p:sp>
      <p:sp>
        <p:nvSpPr>
          <p:cNvPr id="5" name="Subtitle 4"/>
          <p:cNvSpPr>
            <a:spLocks noGrp="1"/>
          </p:cNvSpPr>
          <p:nvPr>
            <p:ph type="subTitle" idx="1"/>
          </p:nvPr>
        </p:nvSpPr>
        <p:spPr>
          <a:xfrm>
            <a:off x="4879346" y="4941168"/>
            <a:ext cx="7008574" cy="1244600"/>
          </a:xfrm>
        </p:spPr>
        <p:txBody>
          <a:bodyPr/>
          <a:lstStyle/>
          <a:p>
            <a:r>
              <a:rPr lang="en-US" dirty="0"/>
              <a:t>Aruna Kumbhar</a:t>
            </a:r>
          </a:p>
        </p:txBody>
      </p:sp>
    </p:spTree>
    <p:extLst>
      <p:ext uri="{BB962C8B-B14F-4D97-AF65-F5344CB8AC3E}">
        <p14:creationId xmlns:p14="http://schemas.microsoft.com/office/powerpoint/2010/main" val="168988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A3744-82BD-18CD-BD9F-BA4F2D7917BD}"/>
              </a:ext>
            </a:extLst>
          </p:cNvPr>
          <p:cNvSpPr>
            <a:spLocks noGrp="1"/>
          </p:cNvSpPr>
          <p:nvPr>
            <p:ph type="title"/>
          </p:nvPr>
        </p:nvSpPr>
        <p:spPr>
          <a:xfrm>
            <a:off x="1117309" y="76200"/>
            <a:ext cx="10157354" cy="904528"/>
          </a:xfrm>
        </p:spPr>
        <p:txBody>
          <a:bodyPr/>
          <a:lstStyle/>
          <a:p>
            <a:r>
              <a:rPr lang="en-IN" dirty="0"/>
              <a:t>Revise</a:t>
            </a:r>
          </a:p>
        </p:txBody>
      </p:sp>
      <p:sp>
        <p:nvSpPr>
          <p:cNvPr id="3" name="Content Placeholder 2">
            <a:extLst>
              <a:ext uri="{FF2B5EF4-FFF2-40B4-BE49-F238E27FC236}">
                <a16:creationId xmlns:a16="http://schemas.microsoft.com/office/drawing/2014/main" id="{2D861C79-8EB4-E7B5-84F2-09F2C4AB619D}"/>
              </a:ext>
            </a:extLst>
          </p:cNvPr>
          <p:cNvSpPr>
            <a:spLocks noGrp="1"/>
          </p:cNvSpPr>
          <p:nvPr>
            <p:ph idx="1"/>
          </p:nvPr>
        </p:nvSpPr>
        <p:spPr>
          <a:xfrm>
            <a:off x="909836" y="1193800"/>
            <a:ext cx="10157354" cy="4470400"/>
          </a:xfrm>
        </p:spPr>
        <p:txBody>
          <a:bodyPr>
            <a:normAutofit lnSpcReduction="10000"/>
          </a:bodyPr>
          <a:lstStyle/>
          <a:p>
            <a:r>
              <a:rPr lang="en-IN" dirty="0"/>
              <a:t>DevOps</a:t>
            </a:r>
          </a:p>
          <a:p>
            <a:r>
              <a:rPr lang="en-IN" dirty="0"/>
              <a:t>Culture &amp; Collaboration</a:t>
            </a:r>
          </a:p>
          <a:p>
            <a:r>
              <a:rPr lang="en-IN" dirty="0"/>
              <a:t>CI/CD Pipeline</a:t>
            </a:r>
          </a:p>
          <a:p>
            <a:r>
              <a:rPr lang="en-IN" dirty="0"/>
              <a:t>Infrastructure as a Code</a:t>
            </a:r>
          </a:p>
          <a:p>
            <a:r>
              <a:rPr lang="en-IN" dirty="0"/>
              <a:t>Configuration Management</a:t>
            </a:r>
          </a:p>
          <a:p>
            <a:r>
              <a:rPr lang="en-IN" dirty="0"/>
              <a:t>Microservices</a:t>
            </a:r>
          </a:p>
          <a:p>
            <a:r>
              <a:rPr lang="en-IN" dirty="0"/>
              <a:t>Shift-Left Testing</a:t>
            </a:r>
          </a:p>
          <a:p>
            <a:r>
              <a:rPr lang="en-IN" dirty="0"/>
              <a:t>Rollback &amp; Resilience</a:t>
            </a:r>
          </a:p>
        </p:txBody>
      </p:sp>
    </p:spTree>
    <p:extLst>
      <p:ext uri="{BB962C8B-B14F-4D97-AF65-F5344CB8AC3E}">
        <p14:creationId xmlns:p14="http://schemas.microsoft.com/office/powerpoint/2010/main" val="3102947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423865D-E7B9-0C1C-0D4D-C4A2A5B8D7BA}"/>
              </a:ext>
            </a:extLst>
          </p:cNvPr>
          <p:cNvSpPr txBox="1"/>
          <p:nvPr/>
        </p:nvSpPr>
        <p:spPr>
          <a:xfrm>
            <a:off x="1809936" y="836712"/>
            <a:ext cx="8568952" cy="461665"/>
          </a:xfrm>
          <a:prstGeom prst="rect">
            <a:avLst/>
          </a:prstGeom>
          <a:noFill/>
        </p:spPr>
        <p:txBody>
          <a:bodyPr wrap="square">
            <a:spAutoFit/>
          </a:bodyPr>
          <a:lstStyle/>
          <a:p>
            <a:r>
              <a:rPr lang="en-IN" dirty="0"/>
              <a:t>https://www.youtube.com/watch?v=Awp0iWETRL8</a:t>
            </a:r>
          </a:p>
        </p:txBody>
      </p:sp>
    </p:spTree>
    <p:extLst>
      <p:ext uri="{BB962C8B-B14F-4D97-AF65-F5344CB8AC3E}">
        <p14:creationId xmlns:p14="http://schemas.microsoft.com/office/powerpoint/2010/main" val="1307202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DevOps in Practise. There have been a lot of articles about… | by Gagneet  Singh | Medium">
            <a:extLst>
              <a:ext uri="{FF2B5EF4-FFF2-40B4-BE49-F238E27FC236}">
                <a16:creationId xmlns:a16="http://schemas.microsoft.com/office/drawing/2014/main" id="{2033B8F7-1244-D7D8-E153-083D1665A8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973" y="116632"/>
            <a:ext cx="11641710" cy="6552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5745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ECFD102-D002-5F78-CB81-C8E36D8E4A25}"/>
              </a:ext>
            </a:extLst>
          </p:cNvPr>
          <p:cNvSpPr txBox="1"/>
          <p:nvPr/>
        </p:nvSpPr>
        <p:spPr>
          <a:xfrm>
            <a:off x="909836" y="260648"/>
            <a:ext cx="6514219" cy="812530"/>
          </a:xfrm>
          <a:prstGeom prst="rect">
            <a:avLst/>
          </a:prstGeom>
          <a:noFill/>
        </p:spPr>
        <p:txBody>
          <a:bodyPr wrap="none" rtlCol="0">
            <a:spAutoFit/>
          </a:bodyPr>
          <a:lstStyle/>
          <a:p>
            <a:pPr>
              <a:lnSpc>
                <a:spcPct val="95000"/>
              </a:lnSpc>
            </a:pPr>
            <a:r>
              <a:rPr lang="en-US" b="1" i="0" dirty="0">
                <a:solidFill>
                  <a:srgbClr val="FF0000"/>
                </a:solidFill>
                <a:effectLst/>
                <a:latin typeface="-apple-system"/>
              </a:rPr>
              <a:t>📜 The History of DevOps: From Chaos to Culture</a:t>
            </a:r>
          </a:p>
          <a:p>
            <a:pPr>
              <a:lnSpc>
                <a:spcPct val="95000"/>
              </a:lnSpc>
            </a:pPr>
            <a:endParaRPr lang="en-IN" dirty="0">
              <a:solidFill>
                <a:srgbClr val="FF0000"/>
              </a:solidFill>
            </a:endParaRPr>
          </a:p>
        </p:txBody>
      </p:sp>
      <p:sp>
        <p:nvSpPr>
          <p:cNvPr id="5" name="TextBox 4">
            <a:extLst>
              <a:ext uri="{FF2B5EF4-FFF2-40B4-BE49-F238E27FC236}">
                <a16:creationId xmlns:a16="http://schemas.microsoft.com/office/drawing/2014/main" id="{CF6E4DDD-1AD2-4B8C-0705-DC09870B7AFD}"/>
              </a:ext>
            </a:extLst>
          </p:cNvPr>
          <p:cNvSpPr txBox="1"/>
          <p:nvPr/>
        </p:nvSpPr>
        <p:spPr>
          <a:xfrm>
            <a:off x="909836" y="908720"/>
            <a:ext cx="4015458" cy="794064"/>
          </a:xfrm>
          <a:prstGeom prst="rect">
            <a:avLst/>
          </a:prstGeom>
          <a:noFill/>
        </p:spPr>
        <p:txBody>
          <a:bodyPr wrap="none" rtlCol="0">
            <a:spAutoFit/>
          </a:bodyPr>
          <a:lstStyle/>
          <a:p>
            <a:pPr>
              <a:lnSpc>
                <a:spcPct val="95000"/>
              </a:lnSpc>
            </a:pPr>
            <a:r>
              <a:rPr lang="en-US" b="1" i="0" dirty="0">
                <a:effectLst/>
                <a:latin typeface="-apple-system"/>
              </a:rPr>
              <a:t>🎬 The Dark Ages (Pre-2000s)</a:t>
            </a:r>
          </a:p>
          <a:p>
            <a:pPr>
              <a:lnSpc>
                <a:spcPct val="95000"/>
              </a:lnSpc>
            </a:pPr>
            <a:endParaRPr lang="en-IN" dirty="0"/>
          </a:p>
        </p:txBody>
      </p:sp>
      <p:pic>
        <p:nvPicPr>
          <p:cNvPr id="4098" name="Picture 2" descr="Devops Software Icon Stock Illustrations – 1,610 Devops Software Icon Stock  Illustrations, Vectors &amp; Clipart - Dreamstime">
            <a:extLst>
              <a:ext uri="{FF2B5EF4-FFF2-40B4-BE49-F238E27FC236}">
                <a16:creationId xmlns:a16="http://schemas.microsoft.com/office/drawing/2014/main" id="{A84EB796-9D2F-1104-0411-F3AC49627D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70476" y="1368024"/>
            <a:ext cx="4725144" cy="4725144"/>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F0004844-2B95-BAAF-94FB-9EB618272109}"/>
              </a:ext>
            </a:extLst>
          </p:cNvPr>
          <p:cNvSpPr txBox="1"/>
          <p:nvPr/>
        </p:nvSpPr>
        <p:spPr>
          <a:xfrm>
            <a:off x="909837" y="1484784"/>
            <a:ext cx="5256584" cy="4916731"/>
          </a:xfrm>
          <a:prstGeom prst="rect">
            <a:avLst/>
          </a:prstGeom>
          <a:noFill/>
        </p:spPr>
        <p:txBody>
          <a:bodyPr wrap="square" rtlCol="0">
            <a:spAutoFit/>
          </a:bodyPr>
          <a:lstStyle>
            <a:defPPr>
              <a:defRPr lang="en-US"/>
            </a:defPPr>
            <a:lvl1pPr>
              <a:lnSpc>
                <a:spcPct val="95000"/>
              </a:lnSpc>
              <a:defRPr b="1" i="0">
                <a:effectLst/>
                <a:latin typeface="-apple-system"/>
              </a:defRPr>
            </a:lvl1pPr>
          </a:lstStyle>
          <a:p>
            <a:r>
              <a:rPr lang="en-US" sz="2200" b="0" dirty="0"/>
              <a:t>"It works on my machine." — The 5 most expensive words in software history.</a:t>
            </a:r>
          </a:p>
          <a:p>
            <a:endParaRPr lang="en-US" sz="2200" b="0" dirty="0"/>
          </a:p>
          <a:p>
            <a:r>
              <a:rPr lang="en-US" sz="2200" b="0" dirty="0"/>
              <a:t>Developers wrote code</a:t>
            </a:r>
          </a:p>
          <a:p>
            <a:r>
              <a:rPr lang="en-US" sz="2200" b="0" dirty="0"/>
              <a:t>Operations guarded the production servers </a:t>
            </a:r>
          </a:p>
          <a:p>
            <a:endParaRPr lang="en-US" sz="2200" b="0" dirty="0"/>
          </a:p>
          <a:p>
            <a:r>
              <a:rPr lang="en-US" sz="2200" b="0" dirty="0"/>
              <a:t>They spoke different languages, sat on different floors, and hated each other</a:t>
            </a:r>
          </a:p>
          <a:p>
            <a:endParaRPr lang="en-US" sz="2200" b="0" dirty="0"/>
          </a:p>
          <a:p>
            <a:r>
              <a:rPr lang="en-US" sz="2200" b="0" dirty="0"/>
              <a:t>When code broke? Blame flew like arrows. </a:t>
            </a:r>
          </a:p>
          <a:p>
            <a:endParaRPr lang="en-US" sz="2200" b="0" dirty="0"/>
          </a:p>
          <a:p>
            <a:r>
              <a:rPr lang="en-US" sz="2200" b="0" dirty="0"/>
              <a:t>Developers said "Ops broke my perfect code." Ops said "Dev wrote garbage." </a:t>
            </a:r>
          </a:p>
          <a:p>
            <a:endParaRPr lang="en-US" sz="2200" b="0" dirty="0"/>
          </a:p>
          <a:p>
            <a:r>
              <a:rPr lang="en-US" sz="2200" b="0" dirty="0"/>
              <a:t>Users just cried</a:t>
            </a:r>
            <a:endParaRPr lang="en-IN" sz="2200" b="0" dirty="0"/>
          </a:p>
        </p:txBody>
      </p:sp>
    </p:spTree>
    <p:extLst>
      <p:ext uri="{BB962C8B-B14F-4D97-AF65-F5344CB8AC3E}">
        <p14:creationId xmlns:p14="http://schemas.microsoft.com/office/powerpoint/2010/main" val="3959178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8B88C72-14BC-172B-3BEA-2A6CCE770C7A}"/>
              </a:ext>
            </a:extLst>
          </p:cNvPr>
          <p:cNvSpPr txBox="1"/>
          <p:nvPr/>
        </p:nvSpPr>
        <p:spPr>
          <a:xfrm>
            <a:off x="909836" y="404664"/>
            <a:ext cx="3520516" cy="794064"/>
          </a:xfrm>
          <a:prstGeom prst="rect">
            <a:avLst/>
          </a:prstGeom>
          <a:noFill/>
        </p:spPr>
        <p:txBody>
          <a:bodyPr wrap="none" rtlCol="0">
            <a:spAutoFit/>
          </a:bodyPr>
          <a:lstStyle/>
          <a:p>
            <a:pPr>
              <a:lnSpc>
                <a:spcPct val="95000"/>
              </a:lnSpc>
            </a:pPr>
            <a:r>
              <a:rPr lang="en-US" b="1" i="0" dirty="0">
                <a:effectLst/>
                <a:latin typeface="-apple-system"/>
              </a:rPr>
              <a:t>🎬 The Agile Spark (2001)</a:t>
            </a:r>
          </a:p>
          <a:p>
            <a:pPr>
              <a:lnSpc>
                <a:spcPct val="95000"/>
              </a:lnSpc>
            </a:pPr>
            <a:endParaRPr lang="en-IN" dirty="0"/>
          </a:p>
        </p:txBody>
      </p:sp>
      <p:pic>
        <p:nvPicPr>
          <p:cNvPr id="5122" name="Picture 2" descr="We Failed Agile! Shame on Us!">
            <a:extLst>
              <a:ext uri="{FF2B5EF4-FFF2-40B4-BE49-F238E27FC236}">
                <a16:creationId xmlns:a16="http://schemas.microsoft.com/office/drawing/2014/main" id="{D2AF8FA4-4C5D-3509-1223-30B6DCFE15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38427" y="803318"/>
            <a:ext cx="5452805" cy="392182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7AA88B0B-BC10-CB26-C503-0834E5F088B1}"/>
              </a:ext>
            </a:extLst>
          </p:cNvPr>
          <p:cNvSpPr txBox="1"/>
          <p:nvPr/>
        </p:nvSpPr>
        <p:spPr>
          <a:xfrm>
            <a:off x="909836" y="1198728"/>
            <a:ext cx="4824536" cy="4595104"/>
          </a:xfrm>
          <a:prstGeom prst="rect">
            <a:avLst/>
          </a:prstGeom>
          <a:noFill/>
        </p:spPr>
        <p:txBody>
          <a:bodyPr wrap="square" rtlCol="0">
            <a:spAutoFit/>
          </a:bodyPr>
          <a:lstStyle>
            <a:defPPr>
              <a:defRPr lang="en-US"/>
            </a:defPPr>
            <a:lvl1pPr>
              <a:lnSpc>
                <a:spcPct val="95000"/>
              </a:lnSpc>
              <a:defRPr sz="2200" b="0" i="0">
                <a:effectLst/>
                <a:latin typeface="-apple-system"/>
              </a:defRPr>
            </a:lvl1pPr>
          </a:lstStyle>
          <a:p>
            <a:r>
              <a:rPr lang="en-US" dirty="0"/>
              <a:t>In 2001, a group of developers wrote the Agile Manifesto:</a:t>
            </a:r>
          </a:p>
          <a:p>
            <a:r>
              <a:rPr lang="en-US" dirty="0"/>
              <a:t>"Working software over comprehensive documentation.“</a:t>
            </a:r>
          </a:p>
          <a:p>
            <a:endParaRPr lang="en-US" dirty="0"/>
          </a:p>
          <a:p>
            <a:r>
              <a:rPr lang="en-US" dirty="0"/>
              <a:t>Agile sped up development. But here's the catch — Ops couldn't keep up. </a:t>
            </a:r>
          </a:p>
          <a:p>
            <a:endParaRPr lang="en-US" dirty="0"/>
          </a:p>
          <a:p>
            <a:r>
              <a:rPr lang="en-US" dirty="0"/>
              <a:t>It was like building a Ferrari factory... but the delivery trucks were still horse-drawn carts.</a:t>
            </a:r>
          </a:p>
          <a:p>
            <a:endParaRPr lang="en-US" dirty="0"/>
          </a:p>
          <a:p>
            <a:r>
              <a:rPr lang="en-US" dirty="0"/>
              <a:t>The wall between Dev and Ops got taller, not shorter.</a:t>
            </a:r>
            <a:endParaRPr lang="en-IN" dirty="0"/>
          </a:p>
        </p:txBody>
      </p:sp>
    </p:spTree>
    <p:extLst>
      <p:ext uri="{BB962C8B-B14F-4D97-AF65-F5344CB8AC3E}">
        <p14:creationId xmlns:p14="http://schemas.microsoft.com/office/powerpoint/2010/main" val="1721595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14B329B-DFC7-FB25-E54C-19C29896DD41}"/>
              </a:ext>
            </a:extLst>
          </p:cNvPr>
          <p:cNvSpPr txBox="1"/>
          <p:nvPr/>
        </p:nvSpPr>
        <p:spPr>
          <a:xfrm>
            <a:off x="837828" y="404664"/>
            <a:ext cx="4113883" cy="794064"/>
          </a:xfrm>
          <a:prstGeom prst="rect">
            <a:avLst/>
          </a:prstGeom>
          <a:noFill/>
        </p:spPr>
        <p:txBody>
          <a:bodyPr wrap="none" rtlCol="0">
            <a:spAutoFit/>
          </a:bodyPr>
          <a:lstStyle/>
          <a:p>
            <a:pPr>
              <a:lnSpc>
                <a:spcPct val="95000"/>
              </a:lnSpc>
            </a:pPr>
            <a:r>
              <a:rPr lang="en-US" b="1" i="0" dirty="0">
                <a:effectLst/>
                <a:latin typeface="-apple-system"/>
              </a:rPr>
              <a:t>🎬 The Birth of DevOps (2009)</a:t>
            </a:r>
          </a:p>
          <a:p>
            <a:pPr>
              <a:lnSpc>
                <a:spcPct val="95000"/>
              </a:lnSpc>
            </a:pPr>
            <a:endParaRPr lang="en-IN" dirty="0"/>
          </a:p>
        </p:txBody>
      </p:sp>
      <p:sp>
        <p:nvSpPr>
          <p:cNvPr id="5" name="TextBox 4">
            <a:extLst>
              <a:ext uri="{FF2B5EF4-FFF2-40B4-BE49-F238E27FC236}">
                <a16:creationId xmlns:a16="http://schemas.microsoft.com/office/drawing/2014/main" id="{A2E05976-2C50-BC0F-6644-BFEB06CA8F5D}"/>
              </a:ext>
            </a:extLst>
          </p:cNvPr>
          <p:cNvSpPr txBox="1"/>
          <p:nvPr/>
        </p:nvSpPr>
        <p:spPr>
          <a:xfrm>
            <a:off x="621804" y="996053"/>
            <a:ext cx="7272808" cy="5238357"/>
          </a:xfrm>
          <a:prstGeom prst="rect">
            <a:avLst/>
          </a:prstGeom>
          <a:noFill/>
        </p:spPr>
        <p:txBody>
          <a:bodyPr wrap="square" rtlCol="0">
            <a:spAutoFit/>
          </a:bodyPr>
          <a:lstStyle>
            <a:defPPr>
              <a:defRPr lang="en-US"/>
            </a:defPPr>
            <a:lvl1pPr>
              <a:lnSpc>
                <a:spcPct val="95000"/>
              </a:lnSpc>
              <a:defRPr sz="2200" b="0" i="0">
                <a:effectLst/>
                <a:latin typeface="-apple-system"/>
              </a:defRPr>
            </a:lvl1pPr>
          </a:lstStyle>
          <a:p>
            <a:r>
              <a:rPr lang="en-US" dirty="0"/>
              <a:t>🍺 The Beer That Changed Everything</a:t>
            </a:r>
          </a:p>
          <a:p>
            <a:r>
              <a:rPr lang="en-US" dirty="0"/>
              <a:t>In June 2009, at a conference in Belgium, two guys named Patrick </a:t>
            </a:r>
            <a:r>
              <a:rPr lang="en-US" dirty="0" err="1"/>
              <a:t>Debois</a:t>
            </a:r>
            <a:r>
              <a:rPr lang="en-US" dirty="0"/>
              <a:t> and Andrew Shafer were frustrated. They wanted a talk about Agile + Operations. Nobody showed up. So they went to a bar instead.</a:t>
            </a:r>
          </a:p>
          <a:p>
            <a:endParaRPr lang="en-US" dirty="0"/>
          </a:p>
          <a:p>
            <a:r>
              <a:rPr lang="en-US" dirty="0"/>
              <a:t>Over beers, they realized: "We're not the only ones who think Dev and Ops should be friends.“</a:t>
            </a:r>
          </a:p>
          <a:p>
            <a:endParaRPr lang="en-US" dirty="0"/>
          </a:p>
          <a:p>
            <a:r>
              <a:rPr lang="en-US" dirty="0"/>
              <a:t>Patrick created a conference called "</a:t>
            </a:r>
            <a:r>
              <a:rPr lang="en-US" dirty="0" err="1"/>
              <a:t>DevOpsDays</a:t>
            </a:r>
            <a:r>
              <a:rPr lang="en-US" dirty="0"/>
              <a:t>" in Ghent, Belgium. He squished "Dev" and "Ops" together like a sandwich. The term "DevOps" was born.</a:t>
            </a:r>
          </a:p>
          <a:p>
            <a:endParaRPr lang="en-US" dirty="0"/>
          </a:p>
          <a:p>
            <a:r>
              <a:rPr lang="en-US" dirty="0"/>
              <a:t>🎯 Fun Fact: Patrick </a:t>
            </a:r>
            <a:r>
              <a:rPr lang="en-US" dirty="0" err="1"/>
              <a:t>Debois</a:t>
            </a:r>
            <a:r>
              <a:rPr lang="en-US" dirty="0"/>
              <a:t> is literally called "The Godfather of DevOps." He didn't invent the practices — he just gave the movement a name and a conference.</a:t>
            </a:r>
            <a:endParaRPr lang="en-IN" dirty="0"/>
          </a:p>
        </p:txBody>
      </p:sp>
      <p:pic>
        <p:nvPicPr>
          <p:cNvPr id="6146" name="Picture 2" descr="Software Defined Interviews - Patrick Debois">
            <a:extLst>
              <a:ext uri="{FF2B5EF4-FFF2-40B4-BE49-F238E27FC236}">
                <a16:creationId xmlns:a16="http://schemas.microsoft.com/office/drawing/2014/main" id="{01072C61-1827-375D-D3FC-3CF0710D6D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87006" y="972982"/>
            <a:ext cx="3752162" cy="37521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9903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7CEC6FF-46BE-72A6-21A5-47FF611DCF08}"/>
              </a:ext>
            </a:extLst>
          </p:cNvPr>
          <p:cNvSpPr txBox="1"/>
          <p:nvPr/>
        </p:nvSpPr>
        <p:spPr>
          <a:xfrm>
            <a:off x="909836" y="260648"/>
            <a:ext cx="3844322" cy="794064"/>
          </a:xfrm>
          <a:prstGeom prst="rect">
            <a:avLst/>
          </a:prstGeom>
          <a:noFill/>
        </p:spPr>
        <p:txBody>
          <a:bodyPr wrap="none" rtlCol="0">
            <a:spAutoFit/>
          </a:bodyPr>
          <a:lstStyle/>
          <a:p>
            <a:pPr>
              <a:lnSpc>
                <a:spcPct val="95000"/>
              </a:lnSpc>
            </a:pPr>
            <a:r>
              <a:rPr lang="en-US" b="1" i="0" dirty="0">
                <a:effectLst/>
                <a:latin typeface="-apple-system"/>
              </a:rPr>
              <a:t>🎬 The Phoenix Rises (2013)</a:t>
            </a:r>
          </a:p>
          <a:p>
            <a:pPr>
              <a:lnSpc>
                <a:spcPct val="95000"/>
              </a:lnSpc>
            </a:pPr>
            <a:endParaRPr lang="en-IN" dirty="0"/>
          </a:p>
        </p:txBody>
      </p:sp>
      <p:sp>
        <p:nvSpPr>
          <p:cNvPr id="5" name="TextBox 4">
            <a:extLst>
              <a:ext uri="{FF2B5EF4-FFF2-40B4-BE49-F238E27FC236}">
                <a16:creationId xmlns:a16="http://schemas.microsoft.com/office/drawing/2014/main" id="{FA429B59-021D-8319-A877-4BFDB16D4CE0}"/>
              </a:ext>
            </a:extLst>
          </p:cNvPr>
          <p:cNvSpPr txBox="1"/>
          <p:nvPr/>
        </p:nvSpPr>
        <p:spPr>
          <a:xfrm>
            <a:off x="693812" y="908720"/>
            <a:ext cx="6696744" cy="4273478"/>
          </a:xfrm>
          <a:prstGeom prst="rect">
            <a:avLst/>
          </a:prstGeom>
          <a:noFill/>
        </p:spPr>
        <p:txBody>
          <a:bodyPr wrap="square" rtlCol="0">
            <a:spAutoFit/>
          </a:bodyPr>
          <a:lstStyle>
            <a:defPPr>
              <a:defRPr lang="en-US"/>
            </a:defPPr>
            <a:lvl1pPr>
              <a:lnSpc>
                <a:spcPct val="95000"/>
              </a:lnSpc>
              <a:defRPr sz="2200" b="0" i="0">
                <a:effectLst/>
                <a:latin typeface="-apple-system"/>
              </a:defRPr>
            </a:lvl1pPr>
          </a:lstStyle>
          <a:p>
            <a:r>
              <a:rPr lang="en-US" dirty="0"/>
              <a:t>In 2013, three authors — Gene Kim, Kevin Behr, and George Spafford — wrote a novel:</a:t>
            </a:r>
          </a:p>
          <a:p>
            <a:endParaRPr lang="en-US" dirty="0"/>
          </a:p>
          <a:p>
            <a:r>
              <a:rPr lang="en-US" dirty="0"/>
              <a:t>📖 The Phoenix Project</a:t>
            </a:r>
          </a:p>
          <a:p>
            <a:r>
              <a:rPr lang="en-US" dirty="0"/>
              <a:t>It's a fiction book about an IT manager named Bill trying to save a failing company. It reads like a thriller — but teaches DevOps principles.</a:t>
            </a:r>
          </a:p>
          <a:p>
            <a:r>
              <a:rPr lang="en-US" dirty="0"/>
              <a:t>"DevOps went from a conference hashtag to a global movement because of a NOVEL.“</a:t>
            </a:r>
          </a:p>
          <a:p>
            <a:endParaRPr lang="en-US" dirty="0"/>
          </a:p>
          <a:p>
            <a:r>
              <a:rPr lang="en-US" dirty="0"/>
              <a:t>It's still the #1 recommended DevOps book. </a:t>
            </a:r>
          </a:p>
          <a:p>
            <a:endParaRPr lang="en-US" dirty="0"/>
          </a:p>
          <a:p>
            <a:r>
              <a:rPr lang="en-US" dirty="0"/>
              <a:t>If you haven't read it, you're missing the origin story.</a:t>
            </a:r>
            <a:endParaRPr lang="en-IN" dirty="0"/>
          </a:p>
        </p:txBody>
      </p:sp>
      <p:pic>
        <p:nvPicPr>
          <p:cNvPr id="7170" name="Picture 2" descr="Buy The Phoenix Project: A Novel about IT, DevOps, and Helping Your  Business Win (Grayscale Indian Edition) Book Online at Low Prices in India  | The ...">
            <a:extLst>
              <a:ext uri="{FF2B5EF4-FFF2-40B4-BE49-F238E27FC236}">
                <a16:creationId xmlns:a16="http://schemas.microsoft.com/office/drawing/2014/main" id="{84F12552-21CE-F42D-7324-C38DD551B0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45928" y="346401"/>
            <a:ext cx="4093006" cy="61651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4812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A52C1E8-3BEE-984C-42AD-701F4B1895C7}"/>
              </a:ext>
            </a:extLst>
          </p:cNvPr>
          <p:cNvSpPr txBox="1"/>
          <p:nvPr/>
        </p:nvSpPr>
        <p:spPr>
          <a:xfrm>
            <a:off x="909836" y="332656"/>
            <a:ext cx="4696157" cy="794064"/>
          </a:xfrm>
          <a:prstGeom prst="rect">
            <a:avLst/>
          </a:prstGeom>
          <a:noFill/>
        </p:spPr>
        <p:txBody>
          <a:bodyPr wrap="none" rtlCol="0">
            <a:spAutoFit/>
          </a:bodyPr>
          <a:lstStyle/>
          <a:p>
            <a:pPr>
              <a:lnSpc>
                <a:spcPct val="95000"/>
              </a:lnSpc>
            </a:pPr>
            <a:r>
              <a:rPr lang="en-US" b="1" i="0" dirty="0">
                <a:effectLst/>
                <a:latin typeface="-apple-system"/>
              </a:rPr>
              <a:t>🎬 The Tool Explosion (2013–2016)</a:t>
            </a:r>
          </a:p>
          <a:p>
            <a:pPr>
              <a:lnSpc>
                <a:spcPct val="95000"/>
              </a:lnSpc>
            </a:pPr>
            <a:endParaRPr lang="en-IN" dirty="0"/>
          </a:p>
        </p:txBody>
      </p:sp>
      <p:sp>
        <p:nvSpPr>
          <p:cNvPr id="5" name="TextBox 4">
            <a:extLst>
              <a:ext uri="{FF2B5EF4-FFF2-40B4-BE49-F238E27FC236}">
                <a16:creationId xmlns:a16="http://schemas.microsoft.com/office/drawing/2014/main" id="{B0DBFA9E-D962-C472-B441-38AF7C576EEE}"/>
              </a:ext>
            </a:extLst>
          </p:cNvPr>
          <p:cNvSpPr txBox="1"/>
          <p:nvPr/>
        </p:nvSpPr>
        <p:spPr>
          <a:xfrm>
            <a:off x="801824" y="1268760"/>
            <a:ext cx="10585176" cy="3951851"/>
          </a:xfrm>
          <a:prstGeom prst="rect">
            <a:avLst/>
          </a:prstGeom>
          <a:noFill/>
        </p:spPr>
        <p:txBody>
          <a:bodyPr wrap="square" rtlCol="0">
            <a:spAutoFit/>
          </a:bodyPr>
          <a:lstStyle>
            <a:defPPr>
              <a:defRPr lang="en-US"/>
            </a:defPPr>
            <a:lvl1pPr>
              <a:lnSpc>
                <a:spcPct val="95000"/>
              </a:lnSpc>
              <a:defRPr sz="2200" b="0" i="0">
                <a:effectLst/>
                <a:latin typeface="-apple-system"/>
              </a:defRPr>
            </a:lvl1pPr>
          </a:lstStyle>
          <a:p>
            <a:r>
              <a:rPr lang="en-IN" dirty="0"/>
              <a:t>🐳 2013: Docker Arrived</a:t>
            </a:r>
          </a:p>
          <a:p>
            <a:r>
              <a:rPr lang="en-IN" dirty="0"/>
              <a:t>Before Docker, deploying software was like moving houses — you packed everything and prayed it fit. Docker said: "Just bring the whole room.“</a:t>
            </a:r>
          </a:p>
          <a:p>
            <a:endParaRPr lang="en-IN" dirty="0"/>
          </a:p>
          <a:p>
            <a:r>
              <a:rPr lang="en-IN" dirty="0"/>
              <a:t>Containers made DevOps accessible to mere mortals.</a:t>
            </a:r>
          </a:p>
          <a:p>
            <a:endParaRPr lang="en-IN" dirty="0"/>
          </a:p>
          <a:p>
            <a:r>
              <a:rPr lang="en-IN" dirty="0"/>
              <a:t>☸️ 2014: Kubernetes Was Born</a:t>
            </a:r>
          </a:p>
          <a:p>
            <a:r>
              <a:rPr lang="en-IN" dirty="0"/>
              <a:t>Google open-sourced their internal "Borg" system. Now even small startups could orchestrate containers like tech giants.</a:t>
            </a:r>
          </a:p>
          <a:p>
            <a:endParaRPr lang="en-IN" dirty="0"/>
          </a:p>
          <a:p>
            <a:r>
              <a:rPr lang="en-IN" dirty="0"/>
              <a:t>🔄 CI/CD Became Mainstream</a:t>
            </a:r>
          </a:p>
          <a:p>
            <a:r>
              <a:rPr lang="en-IN" dirty="0"/>
              <a:t>Jenkins, GitLab CI, </a:t>
            </a:r>
            <a:r>
              <a:rPr lang="en-IN" dirty="0" err="1"/>
              <a:t>CircleCI</a:t>
            </a:r>
            <a:r>
              <a:rPr lang="en-IN" dirty="0"/>
              <a:t>, Travis CI — suddenly everyone had a pipeline.</a:t>
            </a:r>
          </a:p>
        </p:txBody>
      </p:sp>
    </p:spTree>
    <p:extLst>
      <p:ext uri="{BB962C8B-B14F-4D97-AF65-F5344CB8AC3E}">
        <p14:creationId xmlns:p14="http://schemas.microsoft.com/office/powerpoint/2010/main" val="33609898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Introduction to CI/CD - GeeksforGeeks">
            <a:extLst>
              <a:ext uri="{FF2B5EF4-FFF2-40B4-BE49-F238E27FC236}">
                <a16:creationId xmlns:a16="http://schemas.microsoft.com/office/drawing/2014/main" id="{72AAB8E7-1B6C-F2FE-BD95-4E6C994C5D25}"/>
              </a:ext>
            </a:extLst>
          </p:cNvPr>
          <p:cNvSpPr>
            <a:spLocks noChangeAspect="1" noChangeArrowheads="1"/>
          </p:cNvSpPr>
          <p:nvPr/>
        </p:nvSpPr>
        <p:spPr bwMode="auto">
          <a:xfrm>
            <a:off x="5942013"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a:extLst>
              <a:ext uri="{FF2B5EF4-FFF2-40B4-BE49-F238E27FC236}">
                <a16:creationId xmlns:a16="http://schemas.microsoft.com/office/drawing/2014/main" id="{DDBD6625-A892-7013-A8AF-F9AA319B51FA}"/>
              </a:ext>
            </a:extLst>
          </p:cNvPr>
          <p:cNvPicPr>
            <a:picLocks noChangeAspect="1"/>
          </p:cNvPicPr>
          <p:nvPr/>
        </p:nvPicPr>
        <p:blipFill>
          <a:blip r:embed="rId2"/>
          <a:stretch>
            <a:fillRect/>
          </a:stretch>
        </p:blipFill>
        <p:spPr>
          <a:xfrm>
            <a:off x="909835" y="836712"/>
            <a:ext cx="10767551" cy="5400600"/>
          </a:xfrm>
          <a:prstGeom prst="rect">
            <a:avLst/>
          </a:prstGeom>
        </p:spPr>
      </p:pic>
    </p:spTree>
    <p:extLst>
      <p:ext uri="{BB962C8B-B14F-4D97-AF65-F5344CB8AC3E}">
        <p14:creationId xmlns:p14="http://schemas.microsoft.com/office/powerpoint/2010/main" val="1050429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22A0F49-4B82-091E-B47D-41FE2B86F571}"/>
              </a:ext>
            </a:extLst>
          </p:cNvPr>
          <p:cNvSpPr txBox="1"/>
          <p:nvPr/>
        </p:nvSpPr>
        <p:spPr>
          <a:xfrm>
            <a:off x="981844" y="332656"/>
            <a:ext cx="6061275" cy="794064"/>
          </a:xfrm>
          <a:prstGeom prst="rect">
            <a:avLst/>
          </a:prstGeom>
          <a:noFill/>
        </p:spPr>
        <p:txBody>
          <a:bodyPr wrap="none" rtlCol="0">
            <a:spAutoFit/>
          </a:bodyPr>
          <a:lstStyle/>
          <a:p>
            <a:pPr>
              <a:lnSpc>
                <a:spcPct val="95000"/>
              </a:lnSpc>
            </a:pPr>
            <a:r>
              <a:rPr lang="en-US" b="1" i="0" dirty="0">
                <a:effectLst/>
                <a:latin typeface="-apple-system"/>
              </a:rPr>
              <a:t>🏆 </a:t>
            </a:r>
            <a:r>
              <a:rPr lang="en-US" b="1" i="0" dirty="0" err="1">
                <a:effectLst/>
                <a:latin typeface="-apple-system"/>
              </a:rPr>
              <a:t>DevSecOps</a:t>
            </a:r>
            <a:r>
              <a:rPr lang="en-US" b="1" i="0" dirty="0">
                <a:effectLst/>
                <a:latin typeface="-apple-system"/>
              </a:rPr>
              <a:t>: The Term is Born (2012–2013)</a:t>
            </a:r>
          </a:p>
          <a:p>
            <a:pPr>
              <a:lnSpc>
                <a:spcPct val="95000"/>
              </a:lnSpc>
            </a:pPr>
            <a:endParaRPr lang="en-IN" dirty="0"/>
          </a:p>
        </p:txBody>
      </p:sp>
      <p:sp>
        <p:nvSpPr>
          <p:cNvPr id="6" name="TextBox 5">
            <a:extLst>
              <a:ext uri="{FF2B5EF4-FFF2-40B4-BE49-F238E27FC236}">
                <a16:creationId xmlns:a16="http://schemas.microsoft.com/office/drawing/2014/main" id="{DC1FC45C-BC96-F731-C113-78888301AF92}"/>
              </a:ext>
            </a:extLst>
          </p:cNvPr>
          <p:cNvSpPr txBox="1"/>
          <p:nvPr/>
        </p:nvSpPr>
        <p:spPr>
          <a:xfrm>
            <a:off x="1127717" y="1052736"/>
            <a:ext cx="9905276" cy="3951851"/>
          </a:xfrm>
          <a:prstGeom prst="rect">
            <a:avLst/>
          </a:prstGeom>
          <a:noFill/>
        </p:spPr>
        <p:txBody>
          <a:bodyPr wrap="square" rtlCol="0">
            <a:spAutoFit/>
          </a:bodyPr>
          <a:lstStyle>
            <a:defPPr>
              <a:defRPr lang="en-US"/>
            </a:defPPr>
            <a:lvl1pPr>
              <a:lnSpc>
                <a:spcPct val="95000"/>
              </a:lnSpc>
              <a:defRPr sz="2200" b="0" i="0">
                <a:effectLst/>
                <a:latin typeface="-apple-system"/>
              </a:defRPr>
            </a:lvl1pPr>
          </a:lstStyle>
          <a:p>
            <a:r>
              <a:rPr lang="en-IN" dirty="0"/>
              <a:t>Development + Security + Operations</a:t>
            </a:r>
          </a:p>
          <a:p>
            <a:endParaRPr lang="en-IN" dirty="0"/>
          </a:p>
          <a:p>
            <a:r>
              <a:rPr lang="en-US" dirty="0"/>
              <a:t>Security becomes part of the development and delivery lifecycle</a:t>
            </a:r>
          </a:p>
          <a:p>
            <a:endParaRPr lang="en-US" dirty="0"/>
          </a:p>
          <a:p>
            <a:r>
              <a:rPr lang="en-US" dirty="0"/>
              <a:t>Traditional:</a:t>
            </a:r>
          </a:p>
          <a:p>
            <a:endParaRPr lang="en-US" dirty="0"/>
          </a:p>
          <a:p>
            <a:r>
              <a:rPr lang="en-US" dirty="0"/>
              <a:t>	Build house → Move in → Buy lock. 😂</a:t>
            </a:r>
          </a:p>
          <a:p>
            <a:endParaRPr lang="en-US" dirty="0"/>
          </a:p>
          <a:p>
            <a:r>
              <a:rPr lang="en-US" dirty="0" err="1"/>
              <a:t>DevSecOps</a:t>
            </a:r>
            <a:r>
              <a:rPr lang="en-US" dirty="0"/>
              <a:t>:</a:t>
            </a:r>
          </a:p>
          <a:p>
            <a:endParaRPr lang="en-US" dirty="0"/>
          </a:p>
          <a:p>
            <a:r>
              <a:rPr lang="en-US" dirty="0"/>
              <a:t>	Think about security while designing the house.</a:t>
            </a:r>
            <a:endParaRPr lang="en-IN" dirty="0"/>
          </a:p>
        </p:txBody>
      </p:sp>
    </p:spTree>
    <p:extLst>
      <p:ext uri="{BB962C8B-B14F-4D97-AF65-F5344CB8AC3E}">
        <p14:creationId xmlns:p14="http://schemas.microsoft.com/office/powerpoint/2010/main" val="3801682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54C29BF-A46A-B06E-1AE6-5ECB330E7286}"/>
              </a:ext>
            </a:extLst>
          </p:cNvPr>
          <p:cNvSpPr txBox="1"/>
          <p:nvPr/>
        </p:nvSpPr>
        <p:spPr>
          <a:xfrm>
            <a:off x="1053852" y="476672"/>
            <a:ext cx="4267515" cy="794064"/>
          </a:xfrm>
          <a:prstGeom prst="rect">
            <a:avLst/>
          </a:prstGeom>
          <a:noFill/>
        </p:spPr>
        <p:txBody>
          <a:bodyPr wrap="none" rtlCol="0">
            <a:spAutoFit/>
          </a:bodyPr>
          <a:lstStyle/>
          <a:p>
            <a:pPr>
              <a:lnSpc>
                <a:spcPct val="95000"/>
              </a:lnSpc>
            </a:pPr>
            <a:r>
              <a:rPr lang="en-US" b="1" i="0" dirty="0">
                <a:effectLst/>
                <a:latin typeface="-apple-system"/>
              </a:rPr>
              <a:t>🎬 DevOps Today (2020s–Now)</a:t>
            </a:r>
          </a:p>
          <a:p>
            <a:pPr>
              <a:lnSpc>
                <a:spcPct val="95000"/>
              </a:lnSpc>
            </a:pPr>
            <a:endParaRPr lang="en-IN" dirty="0"/>
          </a:p>
        </p:txBody>
      </p:sp>
      <p:pic>
        <p:nvPicPr>
          <p:cNvPr id="9218" name="Picture 2" descr="What Is DevOps? — Nick Janetakis">
            <a:extLst>
              <a:ext uri="{FF2B5EF4-FFF2-40B4-BE49-F238E27FC236}">
                <a16:creationId xmlns:a16="http://schemas.microsoft.com/office/drawing/2014/main" id="{5A2C3732-9735-FAB2-DD5F-0669CEDCAE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7908" y="1484783"/>
            <a:ext cx="8712968" cy="49024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9283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he Ultimate Guide to the Top DevOps Tools You Need to Know | Cloud Native  Daily">
            <a:extLst>
              <a:ext uri="{FF2B5EF4-FFF2-40B4-BE49-F238E27FC236}">
                <a16:creationId xmlns:a16="http://schemas.microsoft.com/office/drawing/2014/main" id="{F7C2C686-BB95-6806-77DE-024800DAAC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5780" y="188639"/>
            <a:ext cx="11528956" cy="64807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6742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6" name="Picture 8" descr="DevOps | Quadrant Technologies">
            <a:extLst>
              <a:ext uri="{FF2B5EF4-FFF2-40B4-BE49-F238E27FC236}">
                <a16:creationId xmlns:a16="http://schemas.microsoft.com/office/drawing/2014/main" id="{5CBCE88D-037D-A3D3-58B7-04F581AE87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8608" y="764704"/>
            <a:ext cx="11515039" cy="53285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118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09DF292-57A4-42E0-3E03-CD97809CA440}"/>
              </a:ext>
            </a:extLst>
          </p:cNvPr>
          <p:cNvSpPr txBox="1"/>
          <p:nvPr/>
        </p:nvSpPr>
        <p:spPr>
          <a:xfrm>
            <a:off x="1125861" y="548680"/>
            <a:ext cx="10441159" cy="3630225"/>
          </a:xfrm>
          <a:prstGeom prst="rect">
            <a:avLst/>
          </a:prstGeom>
          <a:noFill/>
        </p:spPr>
        <p:txBody>
          <a:bodyPr wrap="square" rtlCol="0">
            <a:spAutoFit/>
          </a:bodyPr>
          <a:lstStyle>
            <a:defPPr>
              <a:defRPr lang="en-US"/>
            </a:defPPr>
            <a:lvl1pPr>
              <a:lnSpc>
                <a:spcPct val="95000"/>
              </a:lnSpc>
              <a:defRPr sz="2200" b="0" i="0">
                <a:effectLst/>
                <a:latin typeface="-apple-system"/>
              </a:defRPr>
            </a:lvl1pPr>
          </a:lstStyle>
          <a:p>
            <a:r>
              <a:rPr lang="en-US" b="1" dirty="0"/>
              <a:t>🍕 CI/CD (Continuous Integration / Continuous Deployment)</a:t>
            </a:r>
          </a:p>
          <a:p>
            <a:endParaRPr lang="en-US" dirty="0"/>
          </a:p>
          <a:p>
            <a:r>
              <a:rPr lang="en-US" dirty="0"/>
              <a:t>The Analogy: Making a sandwich at Subway</a:t>
            </a:r>
          </a:p>
          <a:p>
            <a:endParaRPr lang="en-US" dirty="0"/>
          </a:p>
          <a:p>
            <a:r>
              <a:rPr lang="en-US" dirty="0"/>
              <a:t>You tell the Subway guy: "Veggie patty, lettuce, tomato, extra sauce." He builds it in front of you, step by step. If he puts onions and you said no onions, you catch it immediately — not after you've paid and left the store. </a:t>
            </a:r>
          </a:p>
          <a:p>
            <a:endParaRPr lang="en-US" dirty="0"/>
          </a:p>
          <a:p>
            <a:r>
              <a:rPr lang="en-US" dirty="0"/>
              <a:t>That's CI/CD. Every ingredient (code change) is checked instantly. </a:t>
            </a:r>
          </a:p>
          <a:p>
            <a:endParaRPr lang="en-US" dirty="0"/>
          </a:p>
          <a:p>
            <a:r>
              <a:rPr lang="en-US" dirty="0"/>
              <a:t>If it's wrong, you fix it before it reaches your mouth (production).</a:t>
            </a:r>
            <a:endParaRPr lang="en-IN" dirty="0"/>
          </a:p>
        </p:txBody>
      </p:sp>
    </p:spTree>
    <p:extLst>
      <p:ext uri="{BB962C8B-B14F-4D97-AF65-F5344CB8AC3E}">
        <p14:creationId xmlns:p14="http://schemas.microsoft.com/office/powerpoint/2010/main" val="3530340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EB69AFE-7055-BBB0-FDFF-990E46185BB2}"/>
              </a:ext>
            </a:extLst>
          </p:cNvPr>
          <p:cNvSpPr txBox="1"/>
          <p:nvPr/>
        </p:nvSpPr>
        <p:spPr>
          <a:xfrm>
            <a:off x="1485900" y="620688"/>
            <a:ext cx="144016" cy="443198"/>
          </a:xfrm>
          <a:prstGeom prst="rect">
            <a:avLst/>
          </a:prstGeom>
          <a:noFill/>
        </p:spPr>
        <p:txBody>
          <a:bodyPr wrap="square" rtlCol="0">
            <a:spAutoFit/>
          </a:bodyPr>
          <a:lstStyle/>
          <a:p>
            <a:pPr>
              <a:lnSpc>
                <a:spcPct val="95000"/>
              </a:lnSpc>
            </a:pPr>
            <a:endParaRPr lang="en-IN" dirty="0"/>
          </a:p>
        </p:txBody>
      </p:sp>
      <p:sp>
        <p:nvSpPr>
          <p:cNvPr id="6" name="TextBox 5">
            <a:extLst>
              <a:ext uri="{FF2B5EF4-FFF2-40B4-BE49-F238E27FC236}">
                <a16:creationId xmlns:a16="http://schemas.microsoft.com/office/drawing/2014/main" id="{AB8B3672-A694-857D-DB67-19F6B72B458A}"/>
              </a:ext>
            </a:extLst>
          </p:cNvPr>
          <p:cNvSpPr txBox="1"/>
          <p:nvPr/>
        </p:nvSpPr>
        <p:spPr>
          <a:xfrm>
            <a:off x="981845" y="692696"/>
            <a:ext cx="10585175" cy="3951851"/>
          </a:xfrm>
          <a:prstGeom prst="rect">
            <a:avLst/>
          </a:prstGeom>
          <a:noFill/>
        </p:spPr>
        <p:txBody>
          <a:bodyPr wrap="square" rtlCol="0">
            <a:spAutoFit/>
          </a:bodyPr>
          <a:lstStyle>
            <a:defPPr>
              <a:defRPr lang="en-US"/>
            </a:defPPr>
            <a:lvl1pPr>
              <a:lnSpc>
                <a:spcPct val="95000"/>
              </a:lnSpc>
              <a:defRPr sz="2200" b="1" i="0">
                <a:effectLst/>
                <a:latin typeface="-apple-system"/>
              </a:defRPr>
            </a:lvl1pPr>
          </a:lstStyle>
          <a:p>
            <a:r>
              <a:rPr lang="en-US" dirty="0"/>
              <a:t>📦 Container (Docker)</a:t>
            </a:r>
          </a:p>
          <a:p>
            <a:endParaRPr lang="en-US" b="0" dirty="0"/>
          </a:p>
          <a:p>
            <a:r>
              <a:rPr lang="en-US" b="0" dirty="0"/>
              <a:t>The Analogy: Instant Noodles (Maggi)</a:t>
            </a:r>
          </a:p>
          <a:p>
            <a:endParaRPr lang="en-US" b="0" dirty="0"/>
          </a:p>
          <a:p>
            <a:r>
              <a:rPr lang="en-US" b="0" dirty="0"/>
              <a:t>The Maggi packet has everything: noodles, tastemaker, oil. You just add hot water. Whether you're in a 5-star hotel or a ₹200 hostel room, it tastes identical because the environment is sealed inside the packet.</a:t>
            </a:r>
          </a:p>
          <a:p>
            <a:endParaRPr lang="en-US" b="0" dirty="0"/>
          </a:p>
          <a:p>
            <a:r>
              <a:rPr lang="en-US" b="0" dirty="0"/>
              <a:t>A container is a Maggi packet. All ingredients are pre-measured and sealed. </a:t>
            </a:r>
          </a:p>
          <a:p>
            <a:endParaRPr lang="en-US" b="0" dirty="0"/>
          </a:p>
          <a:p>
            <a:r>
              <a:rPr lang="en-US" b="0" dirty="0"/>
              <a:t>Just add a container runtime (Docker) and hot water (compute), and you get the exact same result — every single time.</a:t>
            </a:r>
            <a:endParaRPr lang="en-IN" b="0" dirty="0"/>
          </a:p>
        </p:txBody>
      </p:sp>
    </p:spTree>
    <p:extLst>
      <p:ext uri="{BB962C8B-B14F-4D97-AF65-F5344CB8AC3E}">
        <p14:creationId xmlns:p14="http://schemas.microsoft.com/office/powerpoint/2010/main" val="3688272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C878419-7211-1B46-5298-C2F50B458E81}"/>
              </a:ext>
            </a:extLst>
          </p:cNvPr>
          <p:cNvSpPr txBox="1"/>
          <p:nvPr/>
        </p:nvSpPr>
        <p:spPr>
          <a:xfrm>
            <a:off x="837828" y="548680"/>
            <a:ext cx="10081120" cy="3951851"/>
          </a:xfrm>
          <a:prstGeom prst="rect">
            <a:avLst/>
          </a:prstGeom>
          <a:noFill/>
        </p:spPr>
        <p:txBody>
          <a:bodyPr wrap="square" rtlCol="0">
            <a:spAutoFit/>
          </a:bodyPr>
          <a:lstStyle>
            <a:defPPr>
              <a:defRPr lang="en-US"/>
            </a:defPPr>
            <a:lvl1pPr>
              <a:lnSpc>
                <a:spcPct val="95000"/>
              </a:lnSpc>
              <a:defRPr sz="2200" b="1" i="0">
                <a:effectLst/>
                <a:latin typeface="-apple-system"/>
              </a:defRPr>
            </a:lvl1pPr>
          </a:lstStyle>
          <a:p>
            <a:r>
              <a:rPr lang="en-US" dirty="0"/>
              <a:t>☸️ Kubernetes</a:t>
            </a:r>
          </a:p>
          <a:p>
            <a:endParaRPr lang="en-US" dirty="0"/>
          </a:p>
          <a:p>
            <a:r>
              <a:rPr lang="en-US" b="0" dirty="0"/>
              <a:t>The Analogy: A wedding caterer managing 500 lunch boxes</a:t>
            </a:r>
          </a:p>
          <a:p>
            <a:endParaRPr lang="en-US" b="0" dirty="0"/>
          </a:p>
          <a:p>
            <a:r>
              <a:rPr lang="en-US" b="0" dirty="0"/>
              <a:t>You have 500 lunch boxes (containers) to deliver. Some go to Table A, some to Table B. A few get dropped (crash). </a:t>
            </a:r>
          </a:p>
          <a:p>
            <a:endParaRPr lang="en-US" b="0" dirty="0"/>
          </a:p>
          <a:p>
            <a:r>
              <a:rPr lang="en-US" b="0" dirty="0"/>
              <a:t>Kubernetes is the hyper-organized caterer who:</a:t>
            </a:r>
          </a:p>
          <a:p>
            <a:pPr marL="342900" indent="-342900">
              <a:buFont typeface="Arial" panose="020B0604020202020204" pitchFamily="34" charset="0"/>
              <a:buChar char="•"/>
            </a:pPr>
            <a:r>
              <a:rPr lang="en-US" b="0" dirty="0"/>
              <a:t>Notices a dropped box and instantly replaces it</a:t>
            </a:r>
          </a:p>
          <a:p>
            <a:pPr marL="342900" indent="-342900">
              <a:buFont typeface="Arial" panose="020B0604020202020204" pitchFamily="34" charset="0"/>
              <a:buChar char="•"/>
            </a:pPr>
            <a:r>
              <a:rPr lang="en-US" b="0" dirty="0"/>
              <a:t>Moves boxes from overcrowded tables to empty ones</a:t>
            </a:r>
          </a:p>
          <a:p>
            <a:pPr marL="342900" indent="-342900">
              <a:buFont typeface="Arial" panose="020B0604020202020204" pitchFamily="34" charset="0"/>
              <a:buChar char="•"/>
            </a:pPr>
            <a:r>
              <a:rPr lang="en-US" b="0" dirty="0"/>
              <a:t>Makes sure every guest gets exactly what they ordered</a:t>
            </a:r>
          </a:p>
          <a:p>
            <a:pPr marL="342900" indent="-342900">
              <a:buFont typeface="Arial" panose="020B0604020202020204" pitchFamily="34" charset="0"/>
              <a:buChar char="•"/>
            </a:pPr>
            <a:r>
              <a:rPr lang="en-US" b="0" dirty="0"/>
              <a:t>Scales up when 100 uninvited guests show up</a:t>
            </a:r>
            <a:endParaRPr lang="en-IN" b="0" dirty="0"/>
          </a:p>
        </p:txBody>
      </p:sp>
    </p:spTree>
    <p:extLst>
      <p:ext uri="{BB962C8B-B14F-4D97-AF65-F5344CB8AC3E}">
        <p14:creationId xmlns:p14="http://schemas.microsoft.com/office/powerpoint/2010/main" val="3771950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51B56F3-29A9-98CE-5847-216D37CC603D}"/>
              </a:ext>
            </a:extLst>
          </p:cNvPr>
          <p:cNvSpPr txBox="1"/>
          <p:nvPr/>
        </p:nvSpPr>
        <p:spPr>
          <a:xfrm>
            <a:off x="693812" y="404664"/>
            <a:ext cx="10009112" cy="3308598"/>
          </a:xfrm>
          <a:prstGeom prst="rect">
            <a:avLst/>
          </a:prstGeom>
          <a:noFill/>
        </p:spPr>
        <p:txBody>
          <a:bodyPr wrap="square" rtlCol="0">
            <a:spAutoFit/>
          </a:bodyPr>
          <a:lstStyle>
            <a:defPPr>
              <a:defRPr lang="en-US"/>
            </a:defPPr>
            <a:lvl1pPr>
              <a:lnSpc>
                <a:spcPct val="95000"/>
              </a:lnSpc>
              <a:defRPr sz="2200" b="1" i="0">
                <a:effectLst/>
                <a:latin typeface="-apple-system"/>
              </a:defRPr>
            </a:lvl1pPr>
          </a:lstStyle>
          <a:p>
            <a:r>
              <a:rPr lang="en-US" dirty="0"/>
              <a:t>📊 Monitoring / Observability</a:t>
            </a:r>
          </a:p>
          <a:p>
            <a:endParaRPr lang="en-US" dirty="0"/>
          </a:p>
          <a:p>
            <a:r>
              <a:rPr lang="en-US" b="0" dirty="0"/>
              <a:t>The Analogy: Your mom knowing you're sick before you do</a:t>
            </a:r>
          </a:p>
          <a:p>
            <a:endParaRPr lang="en-US" b="0" dirty="0"/>
          </a:p>
          <a:p>
            <a:r>
              <a:rPr lang="en-US" b="0" dirty="0"/>
              <a:t>You think you're fine. But your mom notices you didn't touch your food, you're sleeping more, and your phone screen time dropped. She observes symptoms you didn't even know you had. </a:t>
            </a:r>
          </a:p>
          <a:p>
            <a:endParaRPr lang="en-US" b="0" dirty="0"/>
          </a:p>
          <a:p>
            <a:r>
              <a:rPr lang="en-US" b="0" dirty="0"/>
              <a:t>Monitoring tools are your mom for servers — they know something's wrong before the server itself admits it.</a:t>
            </a:r>
            <a:endParaRPr lang="en-IN" b="0" dirty="0"/>
          </a:p>
        </p:txBody>
      </p:sp>
    </p:spTree>
    <p:extLst>
      <p:ext uri="{BB962C8B-B14F-4D97-AF65-F5344CB8AC3E}">
        <p14:creationId xmlns:p14="http://schemas.microsoft.com/office/powerpoint/2010/main" val="2349096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9D3475B-8BCA-A813-FF95-DFBCF601E3FB}"/>
              </a:ext>
            </a:extLst>
          </p:cNvPr>
          <p:cNvSpPr txBox="1"/>
          <p:nvPr/>
        </p:nvSpPr>
        <p:spPr>
          <a:xfrm>
            <a:off x="1125860" y="620688"/>
            <a:ext cx="10441160" cy="3308598"/>
          </a:xfrm>
          <a:prstGeom prst="rect">
            <a:avLst/>
          </a:prstGeom>
          <a:noFill/>
        </p:spPr>
        <p:txBody>
          <a:bodyPr wrap="square" rtlCol="0">
            <a:spAutoFit/>
          </a:bodyPr>
          <a:lstStyle>
            <a:defPPr>
              <a:defRPr lang="en-US"/>
            </a:defPPr>
            <a:lvl1pPr>
              <a:lnSpc>
                <a:spcPct val="95000"/>
              </a:lnSpc>
              <a:defRPr sz="2200" b="1" i="0">
                <a:effectLst/>
                <a:latin typeface="-apple-system"/>
              </a:defRPr>
            </a:lvl1pPr>
          </a:lstStyle>
          <a:p>
            <a:r>
              <a:rPr lang="en-US" dirty="0"/>
              <a:t>🔵🟢 Blue-Green Deployment</a:t>
            </a:r>
          </a:p>
          <a:p>
            <a:endParaRPr lang="en-US" dirty="0"/>
          </a:p>
          <a:p>
            <a:r>
              <a:rPr lang="en-US" b="0" dirty="0"/>
              <a:t>The Analogy: Having two identical outfits</a:t>
            </a:r>
          </a:p>
          <a:p>
            <a:endParaRPr lang="en-US" b="0" dirty="0"/>
          </a:p>
          <a:p>
            <a:r>
              <a:rPr lang="en-US" b="0" dirty="0"/>
              <a:t>You have two identical blue shirts. You're wearing one (Blue = live production). You spill coffee on it (bug found). Instead of washing it while wearing it (downtime), you just switch to the other identical green shirt (Green = new version). </a:t>
            </a:r>
          </a:p>
          <a:p>
            <a:endParaRPr lang="en-US" b="0" dirty="0"/>
          </a:p>
          <a:p>
            <a:r>
              <a:rPr lang="en-US" b="0" dirty="0"/>
              <a:t>Users never see you shirtless. Zero downtime. Later, you wash the coffee-stained one at your leisure.</a:t>
            </a:r>
            <a:endParaRPr lang="en-IN" b="0" dirty="0"/>
          </a:p>
        </p:txBody>
      </p:sp>
    </p:spTree>
    <p:extLst>
      <p:ext uri="{BB962C8B-B14F-4D97-AF65-F5344CB8AC3E}">
        <p14:creationId xmlns:p14="http://schemas.microsoft.com/office/powerpoint/2010/main" val="41627420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4542624-5E24-6F60-E51F-60657ACE73A1}"/>
              </a:ext>
            </a:extLst>
          </p:cNvPr>
          <p:cNvSpPr txBox="1"/>
          <p:nvPr/>
        </p:nvSpPr>
        <p:spPr>
          <a:xfrm>
            <a:off x="765820" y="620688"/>
            <a:ext cx="10441159" cy="2986972"/>
          </a:xfrm>
          <a:prstGeom prst="rect">
            <a:avLst/>
          </a:prstGeom>
          <a:noFill/>
        </p:spPr>
        <p:txBody>
          <a:bodyPr wrap="square" rtlCol="0">
            <a:spAutoFit/>
          </a:bodyPr>
          <a:lstStyle>
            <a:defPPr>
              <a:defRPr lang="en-US"/>
            </a:defPPr>
            <a:lvl1pPr>
              <a:lnSpc>
                <a:spcPct val="95000"/>
              </a:lnSpc>
              <a:defRPr sz="2200" b="1" i="0">
                <a:effectLst/>
                <a:latin typeface="-apple-system"/>
              </a:defRPr>
            </a:lvl1pPr>
          </a:lstStyle>
          <a:p>
            <a:r>
              <a:rPr lang="en-US" dirty="0"/>
              <a:t>🐤 Canary Deployment</a:t>
            </a:r>
          </a:p>
          <a:p>
            <a:endParaRPr lang="en-US" b="0" dirty="0"/>
          </a:p>
          <a:p>
            <a:r>
              <a:rPr lang="en-US" b="0" dirty="0"/>
              <a:t>The Analogy: Tasting food before serving guests</a:t>
            </a:r>
          </a:p>
          <a:p>
            <a:endParaRPr lang="en-US" b="0" dirty="0"/>
          </a:p>
          <a:p>
            <a:r>
              <a:rPr lang="en-US" b="0" dirty="0"/>
              <a:t>You're cooking for 100 people. Before serving everyone, you give a small spoonful to one trusted friend (canary). If they don't die, you serve everyone. If they start coughing, you stop. </a:t>
            </a:r>
          </a:p>
          <a:p>
            <a:endParaRPr lang="en-US" b="0" dirty="0"/>
          </a:p>
          <a:p>
            <a:r>
              <a:rPr lang="en-US" b="0" dirty="0"/>
              <a:t>You didn't poison 100 people — you poisoned one, caught it early, and fixed the recipe.</a:t>
            </a:r>
            <a:endParaRPr lang="en-IN" b="0" dirty="0"/>
          </a:p>
        </p:txBody>
      </p:sp>
    </p:spTree>
    <p:extLst>
      <p:ext uri="{BB962C8B-B14F-4D97-AF65-F5344CB8AC3E}">
        <p14:creationId xmlns:p14="http://schemas.microsoft.com/office/powerpoint/2010/main" val="426070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DFB5844-D5E9-9ABA-720C-DBC9746413FD}"/>
              </a:ext>
            </a:extLst>
          </p:cNvPr>
          <p:cNvSpPr txBox="1"/>
          <p:nvPr/>
        </p:nvSpPr>
        <p:spPr>
          <a:xfrm>
            <a:off x="981845" y="548680"/>
            <a:ext cx="10369151" cy="4302716"/>
          </a:xfrm>
          <a:prstGeom prst="rect">
            <a:avLst/>
          </a:prstGeom>
          <a:noFill/>
        </p:spPr>
        <p:txBody>
          <a:bodyPr wrap="square" rtlCol="0">
            <a:spAutoFit/>
          </a:bodyPr>
          <a:lstStyle>
            <a:defPPr>
              <a:defRPr lang="en-US"/>
            </a:defPPr>
            <a:lvl1pPr>
              <a:lnSpc>
                <a:spcPct val="95000"/>
              </a:lnSpc>
              <a:defRPr sz="2200" b="1" i="0">
                <a:effectLst/>
                <a:latin typeface="-apple-system"/>
              </a:defRPr>
            </a:lvl1pPr>
          </a:lstStyle>
          <a:p>
            <a:r>
              <a:rPr lang="en-US" dirty="0"/>
              <a:t>⚖️ Load Balancer</a:t>
            </a:r>
          </a:p>
          <a:p>
            <a:endParaRPr lang="en-US" dirty="0"/>
          </a:p>
          <a:p>
            <a:r>
              <a:rPr lang="en-US" b="0" dirty="0"/>
              <a:t>The Analogy: A traffic cop at a college canteen</a:t>
            </a:r>
          </a:p>
          <a:p>
            <a:endParaRPr lang="en-US" b="0" dirty="0"/>
          </a:p>
          <a:p>
            <a:r>
              <a:rPr lang="en-US" b="0" dirty="0"/>
              <a:t>It's lunch hour. Everyone rushes to Counter 1. Counter 1 explodes. Counter 2 is empty, sad, and lonely. </a:t>
            </a:r>
          </a:p>
          <a:p>
            <a:endParaRPr lang="en-US" b="0" dirty="0"/>
          </a:p>
          <a:p>
            <a:r>
              <a:rPr lang="en-US" b="0" dirty="0"/>
              <a:t>The load balancer is the traffic cop who says: "Hey, Counter 2 exists! Go there!" </a:t>
            </a:r>
          </a:p>
          <a:p>
            <a:endParaRPr lang="en-US" b="0" dirty="0"/>
          </a:p>
          <a:p>
            <a:r>
              <a:rPr lang="en-US" b="0" dirty="0"/>
              <a:t>It distributes hungry students (requests) evenly across all counters (servers) so no single counter dies of overwork.</a:t>
            </a:r>
            <a:endParaRPr lang="en-IN" b="0" dirty="0"/>
          </a:p>
        </p:txBody>
      </p:sp>
    </p:spTree>
    <p:extLst>
      <p:ext uri="{BB962C8B-B14F-4D97-AF65-F5344CB8AC3E}">
        <p14:creationId xmlns:p14="http://schemas.microsoft.com/office/powerpoint/2010/main" val="307177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0FB694C-9373-F30C-23EF-8B037CF18CD0}"/>
              </a:ext>
            </a:extLst>
          </p:cNvPr>
          <p:cNvSpPr txBox="1"/>
          <p:nvPr/>
        </p:nvSpPr>
        <p:spPr>
          <a:xfrm>
            <a:off x="981845" y="404664"/>
            <a:ext cx="10297144" cy="4273478"/>
          </a:xfrm>
          <a:prstGeom prst="rect">
            <a:avLst/>
          </a:prstGeom>
          <a:noFill/>
        </p:spPr>
        <p:txBody>
          <a:bodyPr wrap="square" rtlCol="0">
            <a:spAutoFit/>
          </a:bodyPr>
          <a:lstStyle>
            <a:defPPr>
              <a:defRPr lang="en-US"/>
            </a:defPPr>
            <a:lvl1pPr>
              <a:lnSpc>
                <a:spcPct val="95000"/>
              </a:lnSpc>
              <a:defRPr sz="2200" b="1" i="0">
                <a:effectLst/>
                <a:latin typeface="-apple-system"/>
              </a:defRPr>
            </a:lvl1pPr>
          </a:lstStyle>
          <a:p>
            <a:r>
              <a:rPr lang="en-US" dirty="0"/>
              <a:t>🚪 APP Gateway</a:t>
            </a:r>
          </a:p>
          <a:p>
            <a:endParaRPr lang="en-US" dirty="0"/>
          </a:p>
          <a:p>
            <a:r>
              <a:rPr lang="en-US" b="0" dirty="0"/>
              <a:t>The Analogy: The receptionist at a hospital</a:t>
            </a:r>
          </a:p>
          <a:p>
            <a:endParaRPr lang="en-US" b="0" dirty="0"/>
          </a:p>
          <a:p>
            <a:r>
              <a:rPr lang="en-US" b="0" dirty="0"/>
              <a:t>You walk into a hospital. You don't barge into the operation theater. </a:t>
            </a:r>
          </a:p>
          <a:p>
            <a:r>
              <a:rPr lang="en-US" b="0" dirty="0"/>
              <a:t>You go to the receptionist (API Gateway) who:</a:t>
            </a:r>
          </a:p>
          <a:p>
            <a:pPr marL="342900" indent="-342900">
              <a:buFont typeface="Arial" panose="020B0604020202020204" pitchFamily="34" charset="0"/>
              <a:buChar char="•"/>
            </a:pPr>
            <a:r>
              <a:rPr lang="en-US" b="0" dirty="0"/>
              <a:t>Checks your ID (authentication)</a:t>
            </a:r>
          </a:p>
          <a:p>
            <a:pPr marL="342900" indent="-342900">
              <a:buFont typeface="Arial" panose="020B0604020202020204" pitchFamily="34" charset="0"/>
              <a:buChar char="•"/>
            </a:pPr>
            <a:r>
              <a:rPr lang="en-US" b="0" dirty="0"/>
              <a:t>Asks what you need (routing)</a:t>
            </a:r>
          </a:p>
          <a:p>
            <a:pPr marL="342900" indent="-342900">
              <a:buFont typeface="Arial" panose="020B0604020202020204" pitchFamily="34" charset="0"/>
              <a:buChar char="•"/>
            </a:pPr>
            <a:r>
              <a:rPr lang="en-US" b="0" dirty="0"/>
              <a:t>Checks if the doctor is available (rate limiting)</a:t>
            </a:r>
          </a:p>
          <a:p>
            <a:pPr marL="342900" indent="-342900">
              <a:buFont typeface="Arial" panose="020B0604020202020204" pitchFamily="34" charset="0"/>
              <a:buChar char="•"/>
            </a:pPr>
            <a:r>
              <a:rPr lang="en-US" b="0" dirty="0"/>
              <a:t>Sends you to the right department</a:t>
            </a:r>
          </a:p>
          <a:p>
            <a:pPr marL="342900" indent="-342900">
              <a:buFont typeface="Arial" panose="020B0604020202020204" pitchFamily="34" charset="0"/>
              <a:buChar char="•"/>
            </a:pPr>
            <a:r>
              <a:rPr lang="en-US" b="0" dirty="0"/>
              <a:t>Bills you on the way out</a:t>
            </a:r>
          </a:p>
          <a:p>
            <a:endParaRPr lang="en-US" b="0" dirty="0"/>
          </a:p>
          <a:p>
            <a:r>
              <a:rPr lang="en-US" b="0" dirty="0"/>
              <a:t>One door. All the security. All the routing. That's an API Gateway.</a:t>
            </a:r>
            <a:endParaRPr lang="en-IN" b="0" dirty="0"/>
          </a:p>
        </p:txBody>
      </p:sp>
    </p:spTree>
    <p:extLst>
      <p:ext uri="{BB962C8B-B14F-4D97-AF65-F5344CB8AC3E}">
        <p14:creationId xmlns:p14="http://schemas.microsoft.com/office/powerpoint/2010/main" val="3185407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832A045-5FAE-20A8-65D8-698FE1C1EDBC}"/>
              </a:ext>
            </a:extLst>
          </p:cNvPr>
          <p:cNvSpPr txBox="1"/>
          <p:nvPr/>
        </p:nvSpPr>
        <p:spPr>
          <a:xfrm>
            <a:off x="621804" y="620688"/>
            <a:ext cx="10369151" cy="3600986"/>
          </a:xfrm>
          <a:prstGeom prst="rect">
            <a:avLst/>
          </a:prstGeom>
          <a:noFill/>
        </p:spPr>
        <p:txBody>
          <a:bodyPr wrap="square" rtlCol="0">
            <a:spAutoFit/>
          </a:bodyPr>
          <a:lstStyle>
            <a:defPPr>
              <a:defRPr lang="en-US"/>
            </a:defPPr>
            <a:lvl1pPr>
              <a:lnSpc>
                <a:spcPct val="95000"/>
              </a:lnSpc>
              <a:defRPr sz="2200" b="1" i="0">
                <a:effectLst/>
                <a:latin typeface="-apple-system"/>
              </a:defRPr>
            </a:lvl1pPr>
          </a:lstStyle>
          <a:p>
            <a:r>
              <a:rPr lang="en-US" dirty="0"/>
              <a:t>📎 Artifact</a:t>
            </a:r>
          </a:p>
          <a:p>
            <a:endParaRPr lang="en-US" dirty="0"/>
          </a:p>
          <a:p>
            <a:r>
              <a:rPr lang="en-US" b="0" dirty="0"/>
              <a:t>The Analogy: A packed lunch box</a:t>
            </a:r>
          </a:p>
          <a:p>
            <a:endParaRPr lang="en-US" b="0" dirty="0"/>
          </a:p>
          <a:p>
            <a:r>
              <a:rPr lang="en-US" b="0" dirty="0"/>
              <a:t>You cooked the food (wrote the code). You packed it in a box (built the JAR/Docker image). </a:t>
            </a:r>
          </a:p>
          <a:p>
            <a:r>
              <a:rPr lang="en-US" b="0" dirty="0"/>
              <a:t>That box is the artifact. It's the thing you actually deliver. </a:t>
            </a:r>
          </a:p>
          <a:p>
            <a:endParaRPr lang="en-US" b="0" dirty="0"/>
          </a:p>
          <a:p>
            <a:r>
              <a:rPr lang="en-US" b="0" dirty="0"/>
              <a:t>You don't deliver the raw ingredients (source code) to the user. You deliver the packed, ready-to-eat lunch box.</a:t>
            </a:r>
            <a:endParaRPr lang="en-IN" b="0" dirty="0"/>
          </a:p>
        </p:txBody>
      </p:sp>
    </p:spTree>
    <p:extLst>
      <p:ext uri="{BB962C8B-B14F-4D97-AF65-F5344CB8AC3E}">
        <p14:creationId xmlns:p14="http://schemas.microsoft.com/office/powerpoint/2010/main" val="960133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555BB1D-5280-2235-3FA8-946AC8FD56D1}"/>
              </a:ext>
            </a:extLst>
          </p:cNvPr>
          <p:cNvSpPr txBox="1"/>
          <p:nvPr/>
        </p:nvSpPr>
        <p:spPr>
          <a:xfrm>
            <a:off x="1017848" y="620688"/>
            <a:ext cx="10261140" cy="3308598"/>
          </a:xfrm>
          <a:prstGeom prst="rect">
            <a:avLst/>
          </a:prstGeom>
          <a:noFill/>
        </p:spPr>
        <p:txBody>
          <a:bodyPr wrap="square" rtlCol="0">
            <a:spAutoFit/>
          </a:bodyPr>
          <a:lstStyle>
            <a:defPPr>
              <a:defRPr lang="en-US"/>
            </a:defPPr>
            <a:lvl1pPr>
              <a:lnSpc>
                <a:spcPct val="95000"/>
              </a:lnSpc>
              <a:defRPr sz="2200" b="1" i="0">
                <a:effectLst/>
                <a:latin typeface="-apple-system"/>
              </a:defRPr>
            </a:lvl1pPr>
          </a:lstStyle>
          <a:p>
            <a:r>
              <a:rPr lang="en-US" dirty="0"/>
              <a:t>🚰 Pipeline</a:t>
            </a:r>
          </a:p>
          <a:p>
            <a:endParaRPr lang="en-US" dirty="0"/>
          </a:p>
          <a:p>
            <a:r>
              <a:rPr lang="en-US" b="0" dirty="0"/>
              <a:t>The Analogy: An assembly line at a dosa stall</a:t>
            </a:r>
          </a:p>
          <a:p>
            <a:endParaRPr lang="en-US" b="0" dirty="0"/>
          </a:p>
          <a:p>
            <a:r>
              <a:rPr lang="en-US" b="0" dirty="0"/>
              <a:t>Batter → Spread on pan → Add filling → Fold → Serve. Each step is automatic. If the batter is bad, the line stops at step 1. If the filling is wrong, it stops at step 3. Nothing reaches the customer unless every step passes. </a:t>
            </a:r>
          </a:p>
          <a:p>
            <a:endParaRPr lang="en-US" b="0" dirty="0"/>
          </a:p>
          <a:p>
            <a:r>
              <a:rPr lang="en-US" b="0" dirty="0"/>
              <a:t>That's a CI/CD pipeline. Code enters at one end. A working feature exits at the other. Or it gets rejected midway.</a:t>
            </a:r>
            <a:endParaRPr lang="en-IN" b="0" dirty="0"/>
          </a:p>
        </p:txBody>
      </p:sp>
    </p:spTree>
    <p:extLst>
      <p:ext uri="{BB962C8B-B14F-4D97-AF65-F5344CB8AC3E}">
        <p14:creationId xmlns:p14="http://schemas.microsoft.com/office/powerpoint/2010/main" val="32322866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45CAFE7-F785-6BCE-7C5B-ED78605EF810}"/>
              </a:ext>
            </a:extLst>
          </p:cNvPr>
          <p:cNvSpPr txBox="1"/>
          <p:nvPr/>
        </p:nvSpPr>
        <p:spPr>
          <a:xfrm>
            <a:off x="981845" y="548680"/>
            <a:ext cx="10225136" cy="3951851"/>
          </a:xfrm>
          <a:prstGeom prst="rect">
            <a:avLst/>
          </a:prstGeom>
          <a:noFill/>
        </p:spPr>
        <p:txBody>
          <a:bodyPr wrap="square" rtlCol="0">
            <a:spAutoFit/>
          </a:bodyPr>
          <a:lstStyle>
            <a:defPPr>
              <a:defRPr lang="en-US"/>
            </a:defPPr>
            <a:lvl1pPr>
              <a:lnSpc>
                <a:spcPct val="95000"/>
              </a:lnSpc>
              <a:defRPr sz="2200" b="1" i="0">
                <a:effectLst/>
                <a:latin typeface="-apple-system"/>
              </a:defRPr>
            </a:lvl1pPr>
          </a:lstStyle>
          <a:p>
            <a:r>
              <a:rPr lang="en-US" dirty="0"/>
              <a:t>🎭 Staging vs. Production</a:t>
            </a:r>
          </a:p>
          <a:p>
            <a:endParaRPr lang="en-US" dirty="0"/>
          </a:p>
          <a:p>
            <a:r>
              <a:rPr lang="en-US" b="0" dirty="0"/>
              <a:t>The Analogy: Dress rehearsal vs. Final exam</a:t>
            </a:r>
          </a:p>
          <a:p>
            <a:endParaRPr lang="en-US" b="0" dirty="0"/>
          </a:p>
          <a:p>
            <a:r>
              <a:rPr lang="en-US" b="0" dirty="0"/>
              <a:t>Staging: The dress rehearsal. You wear the costume, say the lines, check the lights. If you forget your lines, nobody cares. It's fake.</a:t>
            </a:r>
          </a:p>
          <a:p>
            <a:endParaRPr lang="en-US" b="0" dirty="0"/>
          </a:p>
          <a:p>
            <a:r>
              <a:rPr lang="en-US" b="0" dirty="0"/>
              <a:t>Production: The final exam. Real judges. Real consequences. If you forget your lines here, it's on YouTube forever.</a:t>
            </a:r>
          </a:p>
          <a:p>
            <a:endParaRPr lang="en-US" b="0" dirty="0"/>
          </a:p>
          <a:p>
            <a:r>
              <a:rPr lang="en-US" b="0" dirty="0"/>
              <a:t>You ALWAYS rehearse in staging before performing in production. Unless you enjoy public humiliation.</a:t>
            </a:r>
            <a:endParaRPr lang="en-IN" b="0" dirty="0"/>
          </a:p>
        </p:txBody>
      </p:sp>
    </p:spTree>
    <p:extLst>
      <p:ext uri="{BB962C8B-B14F-4D97-AF65-F5344CB8AC3E}">
        <p14:creationId xmlns:p14="http://schemas.microsoft.com/office/powerpoint/2010/main" val="3960391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3EC0B39-15A7-19D4-269B-D0D9A2C9C9B2}"/>
              </a:ext>
            </a:extLst>
          </p:cNvPr>
          <p:cNvSpPr txBox="1"/>
          <p:nvPr/>
        </p:nvSpPr>
        <p:spPr>
          <a:xfrm>
            <a:off x="945840" y="548680"/>
            <a:ext cx="10297144" cy="3951851"/>
          </a:xfrm>
          <a:prstGeom prst="rect">
            <a:avLst/>
          </a:prstGeom>
          <a:noFill/>
        </p:spPr>
        <p:txBody>
          <a:bodyPr wrap="square" rtlCol="0">
            <a:spAutoFit/>
          </a:bodyPr>
          <a:lstStyle>
            <a:defPPr>
              <a:defRPr lang="en-US"/>
            </a:defPPr>
            <a:lvl1pPr>
              <a:lnSpc>
                <a:spcPct val="95000"/>
              </a:lnSpc>
              <a:defRPr sz="2200" b="1" i="0">
                <a:effectLst/>
                <a:latin typeface="-apple-system"/>
              </a:defRPr>
            </a:lvl1pPr>
          </a:lstStyle>
          <a:p>
            <a:r>
              <a:rPr lang="en-US" dirty="0"/>
              <a:t>💀 Downtime</a:t>
            </a:r>
          </a:p>
          <a:p>
            <a:endParaRPr lang="en-US" dirty="0"/>
          </a:p>
          <a:p>
            <a:r>
              <a:rPr lang="en-US" b="0" dirty="0"/>
              <a:t>The Analogy: The canteen running out of samosas</a:t>
            </a:r>
          </a:p>
          <a:p>
            <a:endParaRPr lang="en-US" b="0" dirty="0"/>
          </a:p>
          <a:p>
            <a:r>
              <a:rPr lang="en-US" b="0" dirty="0"/>
              <a:t>It's 1 PM. 500 hungry students. </a:t>
            </a:r>
          </a:p>
          <a:p>
            <a:endParaRPr lang="en-US" b="0" dirty="0"/>
          </a:p>
          <a:p>
            <a:r>
              <a:rPr lang="en-US" b="0" dirty="0"/>
              <a:t>The canteen announces: "Samosas are finished. Come back in 30 minutes." </a:t>
            </a:r>
          </a:p>
          <a:p>
            <a:endParaRPr lang="en-US" b="0" dirty="0"/>
          </a:p>
          <a:p>
            <a:r>
              <a:rPr lang="en-US" b="0" dirty="0"/>
              <a:t>Riots almost happen. </a:t>
            </a:r>
          </a:p>
          <a:p>
            <a:endParaRPr lang="en-US" b="0" dirty="0"/>
          </a:p>
          <a:p>
            <a:r>
              <a:rPr lang="en-US" b="0" dirty="0"/>
              <a:t>That's downtime. Your service is unavailable. Users are angry. Revenue is zero. And someone's definitely getting fired.</a:t>
            </a:r>
            <a:endParaRPr lang="en-IN" b="0" dirty="0"/>
          </a:p>
        </p:txBody>
      </p:sp>
    </p:spTree>
    <p:extLst>
      <p:ext uri="{BB962C8B-B14F-4D97-AF65-F5344CB8AC3E}">
        <p14:creationId xmlns:p14="http://schemas.microsoft.com/office/powerpoint/2010/main" val="4131316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Class open house presentatio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80000" r="-50000" b="180000"/>
          </a:path>
        </a:gradFill>
        <a:gradFill rotWithShape="1">
          <a:gsLst>
            <a:gs pos="0">
              <a:schemeClr val="phClr">
                <a:tint val="80000"/>
                <a:satMod val="300000"/>
              </a:schemeClr>
            </a:gs>
            <a:gs pos="100000">
              <a:schemeClr val="phClr">
                <a:shade val="30000"/>
                <a:satMod val="200000"/>
              </a:schemeClr>
            </a:gs>
          </a:gsLst>
          <a:path path="circle">
            <a:fillToRect l="30000" t="30000" r="70000" b="100000"/>
          </a:path>
        </a:gradFill>
      </a:bgFillStyleLst>
    </a:fmtScheme>
  </a:themeElements>
  <a:objectDefaults>
    <a:spDef>
      <a:spPr>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nSpc>
            <a:spcPct val="95000"/>
          </a:lnSpc>
          <a:defRPr/>
        </a:defPPr>
      </a:lstStyle>
    </a:txDef>
  </a:objectDefaults>
  <a:extraClrSchemeLst/>
  <a:extLst>
    <a:ext uri="{05A4C25C-085E-4340-85A3-A5531E510DB2}">
      <thm15:themeFamily xmlns:thm15="http://schemas.microsoft.com/office/thememl/2012/main" name="Classroom open house presentation.potx" id="{AB7D8AB0-4323-4322-AB21-8CB398DB9E96}" vid="{5BFEA1FF-C39F-48A2-B239-4B55565FC3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Classroom open house presentation</Template>
  <TotalTime>2578</TotalTime>
  <Words>1552</Words>
  <Application>Microsoft Office PowerPoint</Application>
  <PresentationFormat>Custom</PresentationFormat>
  <Paragraphs>186</Paragraphs>
  <Slides>26</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-apple-system</vt:lpstr>
      <vt:lpstr>Arial</vt:lpstr>
      <vt:lpstr>Century Gothic</vt:lpstr>
      <vt:lpstr>Class open house presentation</vt:lpstr>
      <vt:lpstr>DevOps</vt:lpstr>
      <vt:lpstr>Revise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Aruna Inamdar</dc:creator>
  <cp:lastModifiedBy>Aruna Inamdar</cp:lastModifiedBy>
  <cp:revision>425</cp:revision>
  <dcterms:created xsi:type="dcterms:W3CDTF">2026-07-15T13:08:00Z</dcterms:created>
  <dcterms:modified xsi:type="dcterms:W3CDTF">2026-08-13T14:27:34Z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74062800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ies>
</file>