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1: Introduction to Agile Software Development &amp; 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Third Year AI/ML</a:t>
            </a:r>
          </a:p>
          <a:p>
            <a:r>
              <a:t>Theme: How apps like WhatsApp, Instagram and ChatGPT evolve every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Let's Start with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Who used ChatGPT today?</a:t>
            </a:r>
          </a:p>
          <a:p>
            <a:pPr>
              <a:defRPr sz="2400"/>
            </a:pPr>
            <a:r>
              <a:t>• Which app do you use most?</a:t>
            </a:r>
          </a:p>
          <a:p>
            <a:pPr>
              <a:defRPr sz="2400"/>
            </a:pPr>
            <a:r>
              <a:t>• Why do apps get frequent updates?</a:t>
            </a:r>
          </a:p>
          <a:p>
            <a:pPr>
              <a:defRPr sz="2400"/>
            </a:pPr>
            <a:r>
              <a:t>• Can companies wait a year to fix bugs?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Agile fundamentals</a:t>
            </a:r>
          </a:p>
          <a:p>
            <a:pPr>
              <a:defRPr sz="2400"/>
            </a:pPr>
            <a:r>
              <a:t>• Scrum &amp; Kanban</a:t>
            </a:r>
          </a:p>
          <a:p>
            <a:pPr>
              <a:defRPr sz="2400"/>
            </a:pPr>
            <a:r>
              <a:t>• DevOps basics</a:t>
            </a:r>
          </a:p>
          <a:p>
            <a:pPr>
              <a:defRPr sz="2400"/>
            </a:pPr>
            <a:r>
              <a:t>• Git, CI/CD, Docker (intro)</a:t>
            </a:r>
          </a:p>
          <a:p>
            <a:pPr>
              <a:defRPr sz="2400"/>
            </a:pPr>
            <a:r>
              <a:t>• Real-world case studies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Your Faculty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Industry experience in Platform Engineering, Cloud, DevOps &amp; AI</a:t>
            </a:r>
          </a:p>
          <a:p>
            <a:pPr>
              <a:defRPr sz="2400"/>
            </a:pPr>
            <a:r>
              <a:t>• Focus on practical learning</a:t>
            </a:r>
          </a:p>
          <a:p>
            <a:pPr>
              <a:defRPr sz="2400"/>
            </a:pPr>
            <a:r>
              <a:t>• Learn concepts + industry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Introduction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Name</a:t>
            </a:r>
          </a:p>
          <a:p>
            <a:pPr>
              <a:defRPr sz="2400"/>
            </a:pPr>
            <a:r>
              <a:rPr dirty="0"/>
              <a:t>Hometown</a:t>
            </a:r>
          </a:p>
          <a:p>
            <a:pPr>
              <a:defRPr sz="2400"/>
            </a:pPr>
            <a:r>
              <a:rPr dirty="0"/>
              <a:t>One programming language</a:t>
            </a:r>
          </a:p>
          <a:p>
            <a:pPr>
              <a:defRPr sz="2400"/>
            </a:pPr>
            <a:r>
              <a:rPr dirty="0"/>
              <a:t>Dream company</a:t>
            </a:r>
          </a:p>
          <a:p>
            <a:pPr>
              <a:defRPr sz="2400"/>
            </a:pPr>
            <a:r>
              <a:rPr dirty="0"/>
              <a:t>Favorite app</a:t>
            </a:r>
            <a:endParaRPr lang="en-IN" dirty="0"/>
          </a:p>
          <a:p>
            <a:pPr>
              <a:defRPr sz="2400"/>
            </a:pPr>
            <a:r>
              <a:rPr lang="en-IN" dirty="0"/>
              <a:t>Hobby</a:t>
            </a:r>
          </a:p>
          <a:p>
            <a:pPr marL="0" indent="0">
              <a:buNone/>
              <a:defRPr sz="2400"/>
            </a:pPr>
            <a:r>
              <a:rPr lang="en-IN" dirty="0"/>
              <a:t>Pass it on to next person by taking his/her name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Software Projects Need a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Requirement → Design → Coding → Testing → Deployment → Maintenance</a:t>
            </a:r>
          </a:p>
          <a:p>
            <a:pPr>
              <a:defRPr sz="2400"/>
            </a:pPr>
            <a:endParaRPr/>
          </a:p>
          <a:p>
            <a:pPr>
              <a:defRPr sz="2400"/>
            </a:pPr>
            <a:r>
              <a:t>Without a process: delays, bugs, unhappy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Sequential approach</a:t>
            </a:r>
          </a:p>
          <a:p>
            <a:pPr>
              <a:defRPr sz="2400"/>
            </a:pPr>
            <a:r>
              <a:t>Advantages: Simple, documented</a:t>
            </a:r>
          </a:p>
          <a:p>
            <a:pPr>
              <a:defRPr sz="2400"/>
            </a:pPr>
            <a:r>
              <a:t>Challenges: Late feedback, costly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Agile?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Deliver software in small increments.</a:t>
            </a:r>
          </a:p>
          <a:p>
            <a:pPr>
              <a:defRPr sz="2400"/>
            </a:pPr>
            <a:r>
              <a:t>Plan → Develop → Test → Release → Feedback → Repeat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Developers + Operations work together.</a:t>
            </a:r>
          </a:p>
          <a:p>
            <a:pPr>
              <a:defRPr sz="2400"/>
            </a:pPr>
            <a:r>
              <a:t>Automation, CI/CD, faster and reliable releases.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Netflix, Amazon, WhatsApp, ChatGPT</a:t>
            </a:r>
          </a:p>
          <a:p>
            <a:pPr>
              <a:defRPr sz="2400"/>
            </a:pPr>
            <a:r>
              <a:t>Frequent updates, automation,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Agile delivers value faster</a:t>
            </a:r>
          </a:p>
          <a:p>
            <a:pPr>
              <a:defRPr sz="2400"/>
            </a:pPr>
            <a:r>
              <a:t>• DevOps automates delivery</a:t>
            </a:r>
          </a:p>
          <a:p>
            <a:pPr>
              <a:defRPr sz="2400"/>
            </a:pPr>
            <a:r>
              <a:t>• These skills are essential for AI/ML engineers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Pick one app updated recently.</a:t>
            </a:r>
          </a:p>
          <a:p>
            <a:pPr>
              <a:defRPr sz="2400"/>
            </a:pPr>
            <a:r>
              <a:t>What changed?</a:t>
            </a:r>
          </a:p>
          <a:p>
            <a:pPr>
              <a:defRPr sz="2400"/>
            </a:pPr>
            <a:r>
              <a:t>Why was it updated?</a:t>
            </a:r>
          </a:p>
          <a:p>
            <a:pPr>
              <a:defRPr sz="2400"/>
            </a:pPr>
            <a:r>
              <a:t>What feature would you add?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289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Lecture 1: Introduction to Agile Software Development &amp; DevOps</vt:lpstr>
      <vt:lpstr>Let's Start with Questions</vt:lpstr>
      <vt:lpstr>About the Course</vt:lpstr>
      <vt:lpstr>About Your Faculty</vt:lpstr>
      <vt:lpstr>Student Introduction Activity</vt:lpstr>
      <vt:lpstr>Why Do Software Projects Need a Process?</vt:lpstr>
      <vt:lpstr>Waterfall Model</vt:lpstr>
      <vt:lpstr>What is Agile?</vt:lpstr>
      <vt:lpstr>What is DevOps?</vt:lpstr>
      <vt:lpstr>Real-World Examples</vt:lpstr>
      <vt:lpstr>Key Takeaways</vt:lpstr>
      <vt:lpstr>Homework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Aruna Inamdar</cp:lastModifiedBy>
  <cp:revision>2</cp:revision>
  <dcterms:created xsi:type="dcterms:W3CDTF">2013-01-27T09:14:16Z</dcterms:created>
  <dcterms:modified xsi:type="dcterms:W3CDTF">2026-07-12T08:37:51Z</dcterms:modified>
  <cp:category/>
</cp:coreProperties>
</file>